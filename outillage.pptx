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9" r:id="rId3"/>
    <p:sldId id="257" r:id="rId4"/>
    <p:sldId id="258" r:id="rId5"/>
    <p:sldId id="260" r:id="rId6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497"/>
    <p:restoredTop sz="94658"/>
  </p:normalViewPr>
  <p:slideViewPr>
    <p:cSldViewPr snapToGrid="0">
      <p:cViewPr>
        <p:scale>
          <a:sx n="145" d="100"/>
          <a:sy n="145" d="100"/>
        </p:scale>
        <p:origin x="-1776" y="-3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5D4EE56-68F5-0C77-1634-236ADEC25B0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9E57E429-26C4-24DE-489E-5629F4A892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6686741-7CE5-9A02-D83D-171C16F2EA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B9B2F6-DB6D-6549-8947-FBFB6C213823}" type="datetimeFigureOut">
              <a:rPr lang="fr-FR" smtClean="0"/>
              <a:t>20/10/2026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33468EF-258F-13AE-386F-A37E628295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F7CA7FE-4179-B335-67EB-477782D93B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033D53-7197-4B4D-9773-DC7A242BCE2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315946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1AD50BB-B5F4-68F9-827C-6CCA1A55BC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0086BD7-16E5-F15E-2099-AAB621FC4A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4A82530-7118-08E8-68A9-1ED2346F9B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B9B2F6-DB6D-6549-8947-FBFB6C213823}" type="datetimeFigureOut">
              <a:rPr lang="fr-FR" smtClean="0"/>
              <a:t>20/10/2026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8FE670D-696A-F4A3-2006-0F78B6E12C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CA12DA7-23A3-31F3-5E7C-E33CB8F504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033D53-7197-4B4D-9773-DC7A242BCE2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190491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C79FC82-623D-D925-BA32-84B4261E13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E61FE81-3CE1-E17A-72EB-3B604245DF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4711E46-58A4-C592-C20A-D4B360B3F2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B9B2F6-DB6D-6549-8947-FBFB6C213823}" type="datetimeFigureOut">
              <a:rPr lang="fr-FR" smtClean="0"/>
              <a:t>20/10/2026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942ACB8-8C1D-2F68-0460-D765AC6A2D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6E39C9B-91EF-3991-B9F2-151C2AFE9A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033D53-7197-4B4D-9773-DC7A242BCE2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316603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84D9E7B-CD66-455C-B0A8-4622E73CA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E5FE2B1-201B-F298-3A60-1E581D5C428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C9361E6C-95B5-16B8-E362-70268E7B9A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71198751-7DBC-8121-1A72-CA3A17C2DD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B9B2F6-DB6D-6549-8947-FBFB6C213823}" type="datetimeFigureOut">
              <a:rPr lang="fr-FR" smtClean="0"/>
              <a:t>20/10/2026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560D9463-BDF6-D0A1-1EB3-92924F2FEE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3EBB5A43-EA81-D463-C36B-479C027420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033D53-7197-4B4D-9773-DC7A242BCE2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175140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C3D17EE-EE8A-3FA0-1208-A003778460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2E7D99C-455E-7621-B8FE-2F24E660DA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D9309CD5-0EC6-ED47-D9E5-8134949CD4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998376A4-1EF7-AF8F-0877-0A5FC4343C9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63886203-B64E-80C1-E281-8F2FB470E29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F5223FE7-BDD4-9B25-D428-3C039ED446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B9B2F6-DB6D-6549-8947-FBFB6C213823}" type="datetimeFigureOut">
              <a:rPr lang="fr-FR" smtClean="0"/>
              <a:t>20/10/2026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980095AD-7B63-8ACB-A244-A82C5BE78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F471E708-C368-715A-D3D5-CE6F4CA2EB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033D53-7197-4B4D-9773-DC7A242BCE2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542072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CFC954A-AA61-40EA-0AB2-580C7FE282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BC08E640-922F-E998-7258-94550E1567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B9B2F6-DB6D-6549-8947-FBFB6C213823}" type="datetimeFigureOut">
              <a:rPr lang="fr-FR" smtClean="0"/>
              <a:t>20/10/2026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18D4FDF6-4319-0428-ED83-4FDAF8AF9F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15D1687F-BF12-1148-B458-B6574EB18A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033D53-7197-4B4D-9773-DC7A242BCE2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439954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70BFA3DE-0329-8F0D-DB6B-F7A50C57A3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B9B2F6-DB6D-6549-8947-FBFB6C213823}" type="datetimeFigureOut">
              <a:rPr lang="fr-FR" smtClean="0"/>
              <a:t>20/10/2026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7B5DE94E-EBAF-20D4-2334-1BEC7F3C2D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D0C6228-A91F-D8F4-597B-0C48995B7C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033D53-7197-4B4D-9773-DC7A242BCE2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708536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4EB6895-4A15-79FA-E01A-468C50A928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EABA0D8-F85F-BECF-170D-F54CEDEC9E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330EF465-033A-82DF-0906-61C935ACF2B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B990B1A-9E25-6457-13A3-69BF4DEA11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B9B2F6-DB6D-6549-8947-FBFB6C213823}" type="datetimeFigureOut">
              <a:rPr lang="fr-FR" smtClean="0"/>
              <a:t>20/10/2026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BDA3DC35-44AC-4B8D-0D86-360378F74E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16C1F394-B711-0877-E184-19348CC3D5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033D53-7197-4B4D-9773-DC7A242BCE2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002355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D856A3A-0AB4-3A21-6651-2B315DAE1A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C8A67756-8E7D-8EC1-439B-0EAB9EEA0377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D70F8EE4-597C-276B-5C19-8ACBBA03D1B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E02A7FB0-59E5-500F-2025-AA5D9139DF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B9B2F6-DB6D-6549-8947-FBFB6C213823}" type="datetimeFigureOut">
              <a:rPr lang="fr-FR" smtClean="0"/>
              <a:t>20/10/2026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B1AB02C5-DF3A-C6A2-75DE-336FC37E31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AF096D2B-8404-D4E4-6083-0404D8A28A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033D53-7197-4B4D-9773-DC7A242BCE2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106479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CB36CDD-3BBC-8974-1611-0106ED60D1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BEA4CEA0-2BDF-CCFF-4B76-6075F5E347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350972D-D98B-75DC-739D-116EA37E8A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B9B2F6-DB6D-6549-8947-FBFB6C213823}" type="datetimeFigureOut">
              <a:rPr lang="fr-FR" smtClean="0"/>
              <a:t>20/10/2026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F204D96-7840-0DA9-76CF-7758B37169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6BF023F-08A0-282B-445A-1AFD6EB702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033D53-7197-4B4D-9773-DC7A242BCE2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364168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7BC79FBB-2B00-A7E9-9D5A-4C2C60C102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861E7BD7-DBC8-595A-828F-1C99B693CC9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2A47543-768D-4590-02B5-387D454A53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B9B2F6-DB6D-6549-8947-FBFB6C213823}" type="datetimeFigureOut">
              <a:rPr lang="fr-FR" smtClean="0"/>
              <a:t>20/10/2026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8D6B665-7A2F-1CFD-E626-0BB75AA908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6BCD153-3017-7D63-C94F-7307A33645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033D53-7197-4B4D-9773-DC7A242BCE2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490000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D4CF957A-DEA0-7582-7950-E2E8E71BC3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EC3E0F4-3E99-39A2-8221-DB97B8B407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0089123-FE0D-85CC-54A2-CE4293C7D18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7B9B2F6-DB6D-6549-8947-FBFB6C213823}" type="datetimeFigureOut">
              <a:rPr lang="fr-FR" smtClean="0"/>
              <a:t>20/10/2026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AEF261F-42BB-97C2-1253-1D05C920374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25418A5-C0F0-8F0D-2C45-AD2ED6D0C6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C033D53-7197-4B4D-9773-DC7A242BCE2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682239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llipse 3">
            <a:extLst>
              <a:ext uri="{FF2B5EF4-FFF2-40B4-BE49-F238E27FC236}">
                <a16:creationId xmlns:a16="http://schemas.microsoft.com/office/drawing/2014/main" id="{90251D55-DCA6-C305-E518-EE4C4C4A0E82}"/>
              </a:ext>
            </a:extLst>
          </p:cNvPr>
          <p:cNvSpPr/>
          <p:nvPr/>
        </p:nvSpPr>
        <p:spPr>
          <a:xfrm>
            <a:off x="1034831" y="1488590"/>
            <a:ext cx="467833" cy="467833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00" dirty="0"/>
              <a:t>b1</a:t>
            </a:r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C7FA57C0-FFD8-7E2E-370D-C38D846520E9}"/>
              </a:ext>
            </a:extLst>
          </p:cNvPr>
          <p:cNvSpPr/>
          <p:nvPr/>
        </p:nvSpPr>
        <p:spPr>
          <a:xfrm>
            <a:off x="1064002" y="2700259"/>
            <a:ext cx="467833" cy="467833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00" dirty="0"/>
              <a:t>b0</a:t>
            </a:r>
          </a:p>
        </p:txBody>
      </p:sp>
      <p:cxnSp>
        <p:nvCxnSpPr>
          <p:cNvPr id="10" name="Connecteur en angle 9">
            <a:extLst>
              <a:ext uri="{FF2B5EF4-FFF2-40B4-BE49-F238E27FC236}">
                <a16:creationId xmlns:a16="http://schemas.microsoft.com/office/drawing/2014/main" id="{E9ACC0E2-A4D6-AB82-8739-23496289C5B1}"/>
              </a:ext>
            </a:extLst>
          </p:cNvPr>
          <p:cNvCxnSpPr>
            <a:cxnSpLocks/>
            <a:stCxn id="4" idx="6"/>
            <a:endCxn id="27" idx="1"/>
          </p:cNvCxnSpPr>
          <p:nvPr/>
        </p:nvCxnSpPr>
        <p:spPr>
          <a:xfrm>
            <a:off x="1502664" y="1722507"/>
            <a:ext cx="2641049" cy="1654710"/>
          </a:xfrm>
          <a:prstGeom prst="straightConnector1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eur en angle 10">
            <a:extLst>
              <a:ext uri="{FF2B5EF4-FFF2-40B4-BE49-F238E27FC236}">
                <a16:creationId xmlns:a16="http://schemas.microsoft.com/office/drawing/2014/main" id="{645472C6-DED2-61B5-387B-452AE96489B6}"/>
              </a:ext>
            </a:extLst>
          </p:cNvPr>
          <p:cNvCxnSpPr>
            <a:cxnSpLocks/>
            <a:stCxn id="4" idx="6"/>
            <a:endCxn id="9" idx="1"/>
          </p:cNvCxnSpPr>
          <p:nvPr/>
        </p:nvCxnSpPr>
        <p:spPr>
          <a:xfrm flipV="1">
            <a:off x="1502664" y="1478019"/>
            <a:ext cx="2598662" cy="244488"/>
          </a:xfrm>
          <a:prstGeom prst="straightConnector1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eur en angle 11">
            <a:extLst>
              <a:ext uri="{FF2B5EF4-FFF2-40B4-BE49-F238E27FC236}">
                <a16:creationId xmlns:a16="http://schemas.microsoft.com/office/drawing/2014/main" id="{A60CBD3A-06AE-506B-8875-C54F53CE546E}"/>
              </a:ext>
            </a:extLst>
          </p:cNvPr>
          <p:cNvCxnSpPr>
            <a:cxnSpLocks/>
            <a:stCxn id="4" idx="6"/>
            <a:endCxn id="17" idx="1"/>
          </p:cNvCxnSpPr>
          <p:nvPr/>
        </p:nvCxnSpPr>
        <p:spPr>
          <a:xfrm>
            <a:off x="1502664" y="1722507"/>
            <a:ext cx="2625629" cy="654716"/>
          </a:xfrm>
          <a:prstGeom prst="straightConnector1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eur en angle 18">
            <a:extLst>
              <a:ext uri="{FF2B5EF4-FFF2-40B4-BE49-F238E27FC236}">
                <a16:creationId xmlns:a16="http://schemas.microsoft.com/office/drawing/2014/main" id="{03813804-60D7-38C8-5AB0-746C65B2ACAC}"/>
              </a:ext>
            </a:extLst>
          </p:cNvPr>
          <p:cNvCxnSpPr>
            <a:cxnSpLocks/>
            <a:stCxn id="5" idx="6"/>
            <a:endCxn id="27" idx="1"/>
          </p:cNvCxnSpPr>
          <p:nvPr/>
        </p:nvCxnSpPr>
        <p:spPr>
          <a:xfrm>
            <a:off x="1531835" y="2934176"/>
            <a:ext cx="2611878" cy="443041"/>
          </a:xfrm>
          <a:prstGeom prst="straightConnector1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eur en angle 21">
            <a:extLst>
              <a:ext uri="{FF2B5EF4-FFF2-40B4-BE49-F238E27FC236}">
                <a16:creationId xmlns:a16="http://schemas.microsoft.com/office/drawing/2014/main" id="{6B2DE060-48D6-D91E-D479-ECA4607601AE}"/>
              </a:ext>
            </a:extLst>
          </p:cNvPr>
          <p:cNvCxnSpPr>
            <a:cxnSpLocks/>
            <a:stCxn id="5" idx="6"/>
            <a:endCxn id="17" idx="1"/>
          </p:cNvCxnSpPr>
          <p:nvPr/>
        </p:nvCxnSpPr>
        <p:spPr>
          <a:xfrm flipV="1">
            <a:off x="1531835" y="2377223"/>
            <a:ext cx="2596458" cy="556953"/>
          </a:xfrm>
          <a:prstGeom prst="straightConnector1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eur en angle 24">
            <a:extLst>
              <a:ext uri="{FF2B5EF4-FFF2-40B4-BE49-F238E27FC236}">
                <a16:creationId xmlns:a16="http://schemas.microsoft.com/office/drawing/2014/main" id="{76382799-BE5D-FDBF-2A72-31B5E5437EFB}"/>
              </a:ext>
            </a:extLst>
          </p:cNvPr>
          <p:cNvCxnSpPr>
            <a:cxnSpLocks/>
            <a:stCxn id="5" idx="6"/>
            <a:endCxn id="9" idx="1"/>
          </p:cNvCxnSpPr>
          <p:nvPr/>
        </p:nvCxnSpPr>
        <p:spPr>
          <a:xfrm flipV="1">
            <a:off x="1531835" y="1478019"/>
            <a:ext cx="2569491" cy="1456157"/>
          </a:xfrm>
          <a:prstGeom prst="straightConnector1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ZoneTexte 76">
            <a:extLst>
              <a:ext uri="{FF2B5EF4-FFF2-40B4-BE49-F238E27FC236}">
                <a16:creationId xmlns:a16="http://schemas.microsoft.com/office/drawing/2014/main" id="{4F2601DC-C409-0183-1639-EC66016C9867}"/>
              </a:ext>
            </a:extLst>
          </p:cNvPr>
          <p:cNvSpPr txBox="1"/>
          <p:nvPr/>
        </p:nvSpPr>
        <p:spPr>
          <a:xfrm>
            <a:off x="3047864" y="3118842"/>
            <a:ext cx="585417" cy="369332"/>
          </a:xfrm>
          <a:prstGeom prst="rect">
            <a:avLst/>
          </a:prstGeom>
          <a:solidFill>
            <a:schemeClr val="bg1">
              <a:lumMod val="95000"/>
              <a:alpha val="69995"/>
            </a:schemeClr>
          </a:solidFill>
        </p:spPr>
        <p:txBody>
          <a:bodyPr wrap="none" rtlCol="0">
            <a:spAutoFit/>
          </a:bodyPr>
          <a:lstStyle/>
          <a:p>
            <a:r>
              <a:rPr lang="fr-FR" dirty="0"/>
              <a:t>W</a:t>
            </a:r>
            <a:r>
              <a:rPr lang="fr-FR" sz="1200" dirty="0"/>
              <a:t>2 1</a:t>
            </a:r>
            <a:endParaRPr lang="fr-FR" dirty="0"/>
          </a:p>
        </p:txBody>
      </p:sp>
      <p:sp>
        <p:nvSpPr>
          <p:cNvPr id="78" name="ZoneTexte 77">
            <a:extLst>
              <a:ext uri="{FF2B5EF4-FFF2-40B4-BE49-F238E27FC236}">
                <a16:creationId xmlns:a16="http://schemas.microsoft.com/office/drawing/2014/main" id="{74C485E5-D63B-04F3-32BA-081D68F68F7D}"/>
              </a:ext>
            </a:extLst>
          </p:cNvPr>
          <p:cNvSpPr txBox="1"/>
          <p:nvPr/>
        </p:nvSpPr>
        <p:spPr>
          <a:xfrm>
            <a:off x="3031834" y="2024232"/>
            <a:ext cx="617477" cy="369332"/>
          </a:xfrm>
          <a:prstGeom prst="rect">
            <a:avLst/>
          </a:prstGeom>
          <a:solidFill>
            <a:schemeClr val="bg1">
              <a:lumMod val="95000"/>
              <a:alpha val="71072"/>
            </a:schemeClr>
          </a:solidFill>
        </p:spPr>
        <p:txBody>
          <a:bodyPr wrap="none" rtlCol="0">
            <a:spAutoFit/>
          </a:bodyPr>
          <a:lstStyle/>
          <a:p>
            <a:r>
              <a:rPr lang="fr-FR" dirty="0"/>
              <a:t>W</a:t>
            </a:r>
            <a:r>
              <a:rPr lang="fr-FR" sz="1200" dirty="0"/>
              <a:t>1  2</a:t>
            </a:r>
            <a:endParaRPr lang="fr-FR" dirty="0"/>
          </a:p>
        </p:txBody>
      </p:sp>
      <p:sp>
        <p:nvSpPr>
          <p:cNvPr id="79" name="ZoneTexte 78">
            <a:extLst>
              <a:ext uri="{FF2B5EF4-FFF2-40B4-BE49-F238E27FC236}">
                <a16:creationId xmlns:a16="http://schemas.microsoft.com/office/drawing/2014/main" id="{9AFC3031-0186-0FB5-29AB-7626D4346683}"/>
              </a:ext>
            </a:extLst>
          </p:cNvPr>
          <p:cNvSpPr txBox="1"/>
          <p:nvPr/>
        </p:nvSpPr>
        <p:spPr>
          <a:xfrm>
            <a:off x="3031834" y="2288853"/>
            <a:ext cx="617477" cy="369332"/>
          </a:xfrm>
          <a:prstGeom prst="rect">
            <a:avLst/>
          </a:prstGeom>
          <a:solidFill>
            <a:schemeClr val="bg1">
              <a:lumMod val="95000"/>
              <a:alpha val="69596"/>
            </a:schemeClr>
          </a:solidFill>
        </p:spPr>
        <p:txBody>
          <a:bodyPr wrap="none" rtlCol="0">
            <a:spAutoFit/>
          </a:bodyPr>
          <a:lstStyle/>
          <a:p>
            <a:r>
              <a:rPr lang="fr-FR" dirty="0"/>
              <a:t>W</a:t>
            </a:r>
            <a:r>
              <a:rPr lang="fr-FR" sz="1200" dirty="0"/>
              <a:t>2  2</a:t>
            </a:r>
            <a:endParaRPr lang="fr-FR" dirty="0"/>
          </a:p>
        </p:txBody>
      </p:sp>
      <p:sp>
        <p:nvSpPr>
          <p:cNvPr id="80" name="ZoneTexte 79">
            <a:extLst>
              <a:ext uri="{FF2B5EF4-FFF2-40B4-BE49-F238E27FC236}">
                <a16:creationId xmlns:a16="http://schemas.microsoft.com/office/drawing/2014/main" id="{D0D582CF-A4AE-9EB9-E2AD-73A994A45879}"/>
              </a:ext>
            </a:extLst>
          </p:cNvPr>
          <p:cNvSpPr txBox="1"/>
          <p:nvPr/>
        </p:nvSpPr>
        <p:spPr>
          <a:xfrm>
            <a:off x="3031834" y="1168509"/>
            <a:ext cx="617477" cy="369332"/>
          </a:xfrm>
          <a:prstGeom prst="rect">
            <a:avLst/>
          </a:prstGeom>
          <a:solidFill>
            <a:schemeClr val="bg1">
              <a:lumMod val="95000"/>
              <a:alpha val="70000"/>
            </a:schemeClr>
          </a:solidFill>
        </p:spPr>
        <p:txBody>
          <a:bodyPr wrap="none" rtlCol="0">
            <a:spAutoFit/>
          </a:bodyPr>
          <a:lstStyle/>
          <a:p>
            <a:r>
              <a:rPr lang="fr-FR" dirty="0"/>
              <a:t>W</a:t>
            </a:r>
            <a:r>
              <a:rPr lang="fr-FR" sz="1200" dirty="0"/>
              <a:t>1  3</a:t>
            </a:r>
            <a:endParaRPr lang="fr-FR" dirty="0"/>
          </a:p>
        </p:txBody>
      </p:sp>
      <p:sp>
        <p:nvSpPr>
          <p:cNvPr id="81" name="ZoneTexte 80">
            <a:extLst>
              <a:ext uri="{FF2B5EF4-FFF2-40B4-BE49-F238E27FC236}">
                <a16:creationId xmlns:a16="http://schemas.microsoft.com/office/drawing/2014/main" id="{DCD7AE03-5553-3BAE-5009-F6463159EAE6}"/>
              </a:ext>
            </a:extLst>
          </p:cNvPr>
          <p:cNvSpPr txBox="1"/>
          <p:nvPr/>
        </p:nvSpPr>
        <p:spPr>
          <a:xfrm>
            <a:off x="3031834" y="1623658"/>
            <a:ext cx="617477" cy="369332"/>
          </a:xfrm>
          <a:prstGeom prst="rect">
            <a:avLst/>
          </a:prstGeom>
          <a:solidFill>
            <a:schemeClr val="bg1">
              <a:lumMod val="95000"/>
              <a:alpha val="71012"/>
            </a:schemeClr>
          </a:solidFill>
        </p:spPr>
        <p:txBody>
          <a:bodyPr wrap="none" rtlCol="0">
            <a:spAutoFit/>
          </a:bodyPr>
          <a:lstStyle/>
          <a:p>
            <a:r>
              <a:rPr lang="fr-FR" dirty="0"/>
              <a:t>W</a:t>
            </a:r>
            <a:r>
              <a:rPr lang="fr-FR" sz="1200" dirty="0"/>
              <a:t>2  3</a:t>
            </a:r>
            <a:endParaRPr lang="fr-FR" dirty="0"/>
          </a:p>
        </p:txBody>
      </p:sp>
      <p:sp>
        <p:nvSpPr>
          <p:cNvPr id="76" name="ZoneTexte 75">
            <a:extLst>
              <a:ext uri="{FF2B5EF4-FFF2-40B4-BE49-F238E27FC236}">
                <a16:creationId xmlns:a16="http://schemas.microsoft.com/office/drawing/2014/main" id="{66157849-3683-78B4-5A10-A3E8C22A602C}"/>
              </a:ext>
            </a:extLst>
          </p:cNvPr>
          <p:cNvSpPr txBox="1"/>
          <p:nvPr/>
        </p:nvSpPr>
        <p:spPr>
          <a:xfrm>
            <a:off x="3035537" y="2712307"/>
            <a:ext cx="610070" cy="369332"/>
          </a:xfrm>
          <a:prstGeom prst="rect">
            <a:avLst/>
          </a:prstGeom>
          <a:solidFill>
            <a:schemeClr val="bg2">
              <a:alpha val="56121"/>
            </a:schemeClr>
          </a:solidFill>
        </p:spPr>
        <p:txBody>
          <a:bodyPr wrap="square" rtlCol="0">
            <a:spAutoFit/>
          </a:bodyPr>
          <a:lstStyle/>
          <a:p>
            <a:r>
              <a:rPr lang="fr-FR" dirty="0"/>
              <a:t>W</a:t>
            </a:r>
            <a:r>
              <a:rPr lang="fr-FR" sz="1200" dirty="0"/>
              <a:t>1 1</a:t>
            </a:r>
            <a:endParaRPr lang="fr-FR" dirty="0"/>
          </a:p>
        </p:txBody>
      </p:sp>
      <p:sp>
        <p:nvSpPr>
          <p:cNvPr id="2" name="Forme libre 1">
            <a:extLst>
              <a:ext uri="{FF2B5EF4-FFF2-40B4-BE49-F238E27FC236}">
                <a16:creationId xmlns:a16="http://schemas.microsoft.com/office/drawing/2014/main" id="{E95E750B-F460-90CD-8B7A-A01F1C3152B9}"/>
              </a:ext>
            </a:extLst>
          </p:cNvPr>
          <p:cNvSpPr/>
          <p:nvPr/>
        </p:nvSpPr>
        <p:spPr>
          <a:xfrm rot="16557881">
            <a:off x="5014861" y="2316504"/>
            <a:ext cx="574334" cy="370546"/>
          </a:xfrm>
          <a:custGeom>
            <a:avLst/>
            <a:gdLst>
              <a:gd name="csX0" fmla="*/ 112238 w 920336"/>
              <a:gd name="csY0" fmla="*/ 0 h 497502"/>
              <a:gd name="csX1" fmla="*/ 920313 w 920336"/>
              <a:gd name="csY1" fmla="*/ 159488 h 497502"/>
              <a:gd name="csX2" fmla="*/ 90973 w 920336"/>
              <a:gd name="csY2" fmla="*/ 467832 h 497502"/>
              <a:gd name="csX3" fmla="*/ 59075 w 920336"/>
              <a:gd name="csY3" fmla="*/ 467832 h 4975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920336" h="497502">
                <a:moveTo>
                  <a:pt x="112238" y="0"/>
                </a:moveTo>
                <a:cubicBezTo>
                  <a:pt x="518047" y="40758"/>
                  <a:pt x="923857" y="81516"/>
                  <a:pt x="920313" y="159488"/>
                </a:cubicBezTo>
                <a:cubicBezTo>
                  <a:pt x="916769" y="237460"/>
                  <a:pt x="234513" y="416441"/>
                  <a:pt x="90973" y="467832"/>
                </a:cubicBezTo>
                <a:cubicBezTo>
                  <a:pt x="-52567" y="519223"/>
                  <a:pt x="3254" y="493527"/>
                  <a:pt x="59075" y="467832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Ellipse 2">
            <a:extLst>
              <a:ext uri="{FF2B5EF4-FFF2-40B4-BE49-F238E27FC236}">
                <a16:creationId xmlns:a16="http://schemas.microsoft.com/office/drawing/2014/main" id="{7EA1BD77-DB03-37BC-509E-443FE1526940}"/>
              </a:ext>
            </a:extLst>
          </p:cNvPr>
          <p:cNvSpPr/>
          <p:nvPr/>
        </p:nvSpPr>
        <p:spPr>
          <a:xfrm>
            <a:off x="5691797" y="1244103"/>
            <a:ext cx="467833" cy="467833"/>
          </a:xfrm>
          <a:prstGeom prst="ellipse">
            <a:avLst/>
          </a:prstGeom>
          <a:solidFill>
            <a:srgbClr val="FF0000"/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3</a:t>
            </a:r>
          </a:p>
        </p:txBody>
      </p:sp>
      <p:sp>
        <p:nvSpPr>
          <p:cNvPr id="13" name="Ellipse 12">
            <a:extLst>
              <a:ext uri="{FF2B5EF4-FFF2-40B4-BE49-F238E27FC236}">
                <a16:creationId xmlns:a16="http://schemas.microsoft.com/office/drawing/2014/main" id="{944E16C9-23E4-7002-4C3D-D86686CF48B8}"/>
              </a:ext>
            </a:extLst>
          </p:cNvPr>
          <p:cNvSpPr/>
          <p:nvPr/>
        </p:nvSpPr>
        <p:spPr>
          <a:xfrm>
            <a:off x="5702924" y="2106805"/>
            <a:ext cx="467833" cy="467833"/>
          </a:xfrm>
          <a:prstGeom prst="ellipse">
            <a:avLst/>
          </a:prstGeom>
          <a:solidFill>
            <a:srgbClr val="FFC000"/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2</a:t>
            </a:r>
          </a:p>
        </p:txBody>
      </p:sp>
      <p:sp>
        <p:nvSpPr>
          <p:cNvPr id="14" name="Ellipse 13">
            <a:extLst>
              <a:ext uri="{FF2B5EF4-FFF2-40B4-BE49-F238E27FC236}">
                <a16:creationId xmlns:a16="http://schemas.microsoft.com/office/drawing/2014/main" id="{49699683-EF29-D857-E931-B602B915CEB0}"/>
              </a:ext>
            </a:extLst>
          </p:cNvPr>
          <p:cNvSpPr/>
          <p:nvPr/>
        </p:nvSpPr>
        <p:spPr>
          <a:xfrm>
            <a:off x="5723657" y="3143299"/>
            <a:ext cx="467833" cy="467833"/>
          </a:xfrm>
          <a:prstGeom prst="ellipse">
            <a:avLst/>
          </a:prstGeom>
          <a:solidFill>
            <a:srgbClr val="92D050"/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1</a:t>
            </a:r>
          </a:p>
        </p:txBody>
      </p:sp>
      <p:sp>
        <p:nvSpPr>
          <p:cNvPr id="33" name="Forme libre 32">
            <a:extLst>
              <a:ext uri="{FF2B5EF4-FFF2-40B4-BE49-F238E27FC236}">
                <a16:creationId xmlns:a16="http://schemas.microsoft.com/office/drawing/2014/main" id="{B4336C7A-5FFD-2B25-996D-3F65AB24E108}"/>
              </a:ext>
            </a:extLst>
          </p:cNvPr>
          <p:cNvSpPr/>
          <p:nvPr/>
        </p:nvSpPr>
        <p:spPr>
          <a:xfrm rot="16557881">
            <a:off x="5014861" y="1379465"/>
            <a:ext cx="574334" cy="370546"/>
          </a:xfrm>
          <a:custGeom>
            <a:avLst/>
            <a:gdLst>
              <a:gd name="csX0" fmla="*/ 112238 w 920336"/>
              <a:gd name="csY0" fmla="*/ 0 h 497502"/>
              <a:gd name="csX1" fmla="*/ 920313 w 920336"/>
              <a:gd name="csY1" fmla="*/ 159488 h 497502"/>
              <a:gd name="csX2" fmla="*/ 90973 w 920336"/>
              <a:gd name="csY2" fmla="*/ 467832 h 497502"/>
              <a:gd name="csX3" fmla="*/ 59075 w 920336"/>
              <a:gd name="csY3" fmla="*/ 467832 h 4975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920336" h="497502">
                <a:moveTo>
                  <a:pt x="112238" y="0"/>
                </a:moveTo>
                <a:cubicBezTo>
                  <a:pt x="518047" y="40758"/>
                  <a:pt x="923857" y="81516"/>
                  <a:pt x="920313" y="159488"/>
                </a:cubicBezTo>
                <a:cubicBezTo>
                  <a:pt x="916769" y="237460"/>
                  <a:pt x="234513" y="416441"/>
                  <a:pt x="90973" y="467832"/>
                </a:cubicBezTo>
                <a:cubicBezTo>
                  <a:pt x="-52567" y="519223"/>
                  <a:pt x="3254" y="493527"/>
                  <a:pt x="59075" y="467832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4" name="Forme libre 33">
            <a:extLst>
              <a:ext uri="{FF2B5EF4-FFF2-40B4-BE49-F238E27FC236}">
                <a16:creationId xmlns:a16="http://schemas.microsoft.com/office/drawing/2014/main" id="{EE708D0A-0DCE-37D5-1AC9-B1BF8E086509}"/>
              </a:ext>
            </a:extLst>
          </p:cNvPr>
          <p:cNvSpPr/>
          <p:nvPr/>
        </p:nvSpPr>
        <p:spPr>
          <a:xfrm rot="16557881">
            <a:off x="5014861" y="3317829"/>
            <a:ext cx="574334" cy="340690"/>
          </a:xfrm>
          <a:custGeom>
            <a:avLst/>
            <a:gdLst>
              <a:gd name="csX0" fmla="*/ 112238 w 920336"/>
              <a:gd name="csY0" fmla="*/ 0 h 497502"/>
              <a:gd name="csX1" fmla="*/ 920313 w 920336"/>
              <a:gd name="csY1" fmla="*/ 159488 h 497502"/>
              <a:gd name="csX2" fmla="*/ 90973 w 920336"/>
              <a:gd name="csY2" fmla="*/ 467832 h 497502"/>
              <a:gd name="csX3" fmla="*/ 59075 w 920336"/>
              <a:gd name="csY3" fmla="*/ 467832 h 4975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920336" h="497502">
                <a:moveTo>
                  <a:pt x="112238" y="0"/>
                </a:moveTo>
                <a:cubicBezTo>
                  <a:pt x="518047" y="40758"/>
                  <a:pt x="923857" y="81516"/>
                  <a:pt x="920313" y="159488"/>
                </a:cubicBezTo>
                <a:cubicBezTo>
                  <a:pt x="916769" y="237460"/>
                  <a:pt x="234513" y="416441"/>
                  <a:pt x="90973" y="467832"/>
                </a:cubicBezTo>
                <a:cubicBezTo>
                  <a:pt x="-52567" y="519223"/>
                  <a:pt x="3254" y="493527"/>
                  <a:pt x="59075" y="467832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35" name="Connecteur en angle 10">
            <a:extLst>
              <a:ext uri="{FF2B5EF4-FFF2-40B4-BE49-F238E27FC236}">
                <a16:creationId xmlns:a16="http://schemas.microsoft.com/office/drawing/2014/main" id="{50EFD5CF-A122-679A-52C7-C4C45E0CFA72}"/>
              </a:ext>
            </a:extLst>
          </p:cNvPr>
          <p:cNvCxnSpPr>
            <a:cxnSpLocks/>
            <a:stCxn id="9" idx="3"/>
            <a:endCxn id="3" idx="2"/>
          </p:cNvCxnSpPr>
          <p:nvPr/>
        </p:nvCxnSpPr>
        <p:spPr>
          <a:xfrm>
            <a:off x="4688595" y="1478019"/>
            <a:ext cx="1003202" cy="1"/>
          </a:xfrm>
          <a:prstGeom prst="straightConnector1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eur en angle 10">
            <a:extLst>
              <a:ext uri="{FF2B5EF4-FFF2-40B4-BE49-F238E27FC236}">
                <a16:creationId xmlns:a16="http://schemas.microsoft.com/office/drawing/2014/main" id="{9078C90B-ECAC-330C-22A7-BF561A4E1D6D}"/>
              </a:ext>
            </a:extLst>
          </p:cNvPr>
          <p:cNvCxnSpPr>
            <a:cxnSpLocks/>
            <a:stCxn id="17" idx="3"/>
            <a:endCxn id="13" idx="2"/>
          </p:cNvCxnSpPr>
          <p:nvPr/>
        </p:nvCxnSpPr>
        <p:spPr>
          <a:xfrm flipV="1">
            <a:off x="4715562" y="2340722"/>
            <a:ext cx="987362" cy="36501"/>
          </a:xfrm>
          <a:prstGeom prst="straightConnector1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eur en angle 10">
            <a:extLst>
              <a:ext uri="{FF2B5EF4-FFF2-40B4-BE49-F238E27FC236}">
                <a16:creationId xmlns:a16="http://schemas.microsoft.com/office/drawing/2014/main" id="{1536CBD5-ECD6-55A0-3780-EEB82722D27B}"/>
              </a:ext>
            </a:extLst>
          </p:cNvPr>
          <p:cNvCxnSpPr>
            <a:cxnSpLocks/>
            <a:stCxn id="27" idx="3"/>
            <a:endCxn id="14" idx="2"/>
          </p:cNvCxnSpPr>
          <p:nvPr/>
        </p:nvCxnSpPr>
        <p:spPr>
          <a:xfrm flipV="1">
            <a:off x="4730982" y="3377216"/>
            <a:ext cx="992675" cy="1"/>
          </a:xfrm>
          <a:prstGeom prst="straightConnector1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6" name="Groupe 55">
            <a:extLst>
              <a:ext uri="{FF2B5EF4-FFF2-40B4-BE49-F238E27FC236}">
                <a16:creationId xmlns:a16="http://schemas.microsoft.com/office/drawing/2014/main" id="{E03FFBF5-1F07-943F-25E1-647CD9274E9E}"/>
              </a:ext>
            </a:extLst>
          </p:cNvPr>
          <p:cNvGrpSpPr/>
          <p:nvPr/>
        </p:nvGrpSpPr>
        <p:grpSpPr>
          <a:xfrm>
            <a:off x="4101326" y="1218489"/>
            <a:ext cx="587269" cy="514711"/>
            <a:chOff x="4101326" y="1218489"/>
            <a:chExt cx="587269" cy="514711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8B79FB39-3136-5542-6B45-1DA0B643EB31}"/>
                </a:ext>
              </a:extLst>
            </p:cNvPr>
            <p:cNvSpPr/>
            <p:nvPr/>
          </p:nvSpPr>
          <p:spPr>
            <a:xfrm>
              <a:off x="4101326" y="1222837"/>
              <a:ext cx="587269" cy="510363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7" name="ZoneTexte 46">
              <a:extLst>
                <a:ext uri="{FF2B5EF4-FFF2-40B4-BE49-F238E27FC236}">
                  <a16:creationId xmlns:a16="http://schemas.microsoft.com/office/drawing/2014/main" id="{A22C660A-ABB5-86FD-611C-6560A3EBA9D1}"/>
                </a:ext>
              </a:extLst>
            </p:cNvPr>
            <p:cNvSpPr txBox="1"/>
            <p:nvPr/>
          </p:nvSpPr>
          <p:spPr>
            <a:xfrm>
              <a:off x="4226055" y="1218489"/>
              <a:ext cx="34657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2400" dirty="0"/>
                <a:t>∑</a:t>
              </a:r>
            </a:p>
          </p:txBody>
        </p:sp>
      </p:grpSp>
      <p:grpSp>
        <p:nvGrpSpPr>
          <p:cNvPr id="58" name="Groupe 57">
            <a:extLst>
              <a:ext uri="{FF2B5EF4-FFF2-40B4-BE49-F238E27FC236}">
                <a16:creationId xmlns:a16="http://schemas.microsoft.com/office/drawing/2014/main" id="{425D65CD-683E-139C-3D6B-3D43907CB292}"/>
              </a:ext>
            </a:extLst>
          </p:cNvPr>
          <p:cNvGrpSpPr/>
          <p:nvPr/>
        </p:nvGrpSpPr>
        <p:grpSpPr>
          <a:xfrm>
            <a:off x="4143713" y="3114949"/>
            <a:ext cx="587269" cy="517449"/>
            <a:chOff x="4143713" y="3114949"/>
            <a:chExt cx="587269" cy="517449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B1585AB3-1115-16DB-1794-C6D36A24F84F}"/>
                </a:ext>
              </a:extLst>
            </p:cNvPr>
            <p:cNvSpPr/>
            <p:nvPr/>
          </p:nvSpPr>
          <p:spPr>
            <a:xfrm>
              <a:off x="4143713" y="3122035"/>
              <a:ext cx="587269" cy="510363"/>
            </a:xfrm>
            <a:prstGeom prst="rect">
              <a:avLst/>
            </a:prstGeom>
            <a:noFill/>
            <a:ln>
              <a:solidFill>
                <a:srgbClr val="92D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8" name="ZoneTexte 47">
              <a:extLst>
                <a:ext uri="{FF2B5EF4-FFF2-40B4-BE49-F238E27FC236}">
                  <a16:creationId xmlns:a16="http://schemas.microsoft.com/office/drawing/2014/main" id="{69C24CD8-C03E-86AE-3C21-FE8629A6C3C3}"/>
                </a:ext>
              </a:extLst>
            </p:cNvPr>
            <p:cNvSpPr txBox="1"/>
            <p:nvPr/>
          </p:nvSpPr>
          <p:spPr>
            <a:xfrm>
              <a:off x="4269244" y="3114949"/>
              <a:ext cx="34657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2400" dirty="0"/>
                <a:t>∑</a:t>
              </a:r>
            </a:p>
          </p:txBody>
        </p:sp>
      </p:grpSp>
      <p:grpSp>
        <p:nvGrpSpPr>
          <p:cNvPr id="57" name="Groupe 56">
            <a:extLst>
              <a:ext uri="{FF2B5EF4-FFF2-40B4-BE49-F238E27FC236}">
                <a16:creationId xmlns:a16="http://schemas.microsoft.com/office/drawing/2014/main" id="{80B3CE9F-6450-EA64-1967-7FBF2A11BF00}"/>
              </a:ext>
            </a:extLst>
          </p:cNvPr>
          <p:cNvGrpSpPr/>
          <p:nvPr/>
        </p:nvGrpSpPr>
        <p:grpSpPr>
          <a:xfrm>
            <a:off x="4128293" y="2122041"/>
            <a:ext cx="587269" cy="517030"/>
            <a:chOff x="4128293" y="2122041"/>
            <a:chExt cx="587269" cy="517030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3DD37AA3-26E6-7230-CDE6-0B7741B7065B}"/>
                </a:ext>
              </a:extLst>
            </p:cNvPr>
            <p:cNvSpPr/>
            <p:nvPr/>
          </p:nvSpPr>
          <p:spPr>
            <a:xfrm>
              <a:off x="4128293" y="2122041"/>
              <a:ext cx="587269" cy="510363"/>
            </a:xfrm>
            <a:prstGeom prst="rect">
              <a:avLst/>
            </a:prstGeom>
            <a:noFill/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9" name="ZoneTexte 48">
              <a:extLst>
                <a:ext uri="{FF2B5EF4-FFF2-40B4-BE49-F238E27FC236}">
                  <a16:creationId xmlns:a16="http://schemas.microsoft.com/office/drawing/2014/main" id="{4592DB9F-7D39-8EFF-1B4B-DC03F01049FF}"/>
                </a:ext>
              </a:extLst>
            </p:cNvPr>
            <p:cNvSpPr txBox="1"/>
            <p:nvPr/>
          </p:nvSpPr>
          <p:spPr>
            <a:xfrm>
              <a:off x="4270690" y="2177406"/>
              <a:ext cx="34657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2400" dirty="0"/>
                <a:t>∑</a:t>
              </a:r>
            </a:p>
          </p:txBody>
        </p:sp>
      </p:grpSp>
      <p:sp>
        <p:nvSpPr>
          <p:cNvPr id="51" name="ZoneTexte 50">
            <a:extLst>
              <a:ext uri="{FF2B5EF4-FFF2-40B4-BE49-F238E27FC236}">
                <a16:creationId xmlns:a16="http://schemas.microsoft.com/office/drawing/2014/main" id="{1B8D5B98-6D8E-F34B-0782-F27B4EE297C0}"/>
              </a:ext>
            </a:extLst>
          </p:cNvPr>
          <p:cNvSpPr txBox="1"/>
          <p:nvPr/>
        </p:nvSpPr>
        <p:spPr>
          <a:xfrm>
            <a:off x="5588440" y="741391"/>
            <a:ext cx="6030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0 / 1</a:t>
            </a:r>
          </a:p>
        </p:txBody>
      </p:sp>
      <p:sp>
        <p:nvSpPr>
          <p:cNvPr id="52" name="ZoneTexte 51">
            <a:extLst>
              <a:ext uri="{FF2B5EF4-FFF2-40B4-BE49-F238E27FC236}">
                <a16:creationId xmlns:a16="http://schemas.microsoft.com/office/drawing/2014/main" id="{7D1D40CC-BBAA-88B5-F49C-79E8EBC005D1}"/>
              </a:ext>
            </a:extLst>
          </p:cNvPr>
          <p:cNvSpPr txBox="1"/>
          <p:nvPr/>
        </p:nvSpPr>
        <p:spPr>
          <a:xfrm>
            <a:off x="1064002" y="741391"/>
            <a:ext cx="6030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0 / 1</a:t>
            </a:r>
          </a:p>
        </p:txBody>
      </p:sp>
      <p:sp>
        <p:nvSpPr>
          <p:cNvPr id="53" name="ZoneTexte 52">
            <a:extLst>
              <a:ext uri="{FF2B5EF4-FFF2-40B4-BE49-F238E27FC236}">
                <a16:creationId xmlns:a16="http://schemas.microsoft.com/office/drawing/2014/main" id="{2F14F362-0C05-8223-A141-BD65665A2E6D}"/>
              </a:ext>
            </a:extLst>
          </p:cNvPr>
          <p:cNvSpPr txBox="1"/>
          <p:nvPr/>
        </p:nvSpPr>
        <p:spPr>
          <a:xfrm>
            <a:off x="3858775" y="741391"/>
            <a:ext cx="9396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somme</a:t>
            </a:r>
          </a:p>
        </p:txBody>
      </p:sp>
      <p:sp>
        <p:nvSpPr>
          <p:cNvPr id="54" name="ZoneTexte 53">
            <a:extLst>
              <a:ext uri="{FF2B5EF4-FFF2-40B4-BE49-F238E27FC236}">
                <a16:creationId xmlns:a16="http://schemas.microsoft.com/office/drawing/2014/main" id="{558C301E-E5E2-B182-402F-D06795CDEDEA}"/>
              </a:ext>
            </a:extLst>
          </p:cNvPr>
          <p:cNvSpPr txBox="1"/>
          <p:nvPr/>
        </p:nvSpPr>
        <p:spPr>
          <a:xfrm>
            <a:off x="4853251" y="741391"/>
            <a:ext cx="6607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seuil</a:t>
            </a:r>
          </a:p>
        </p:txBody>
      </p:sp>
      <p:sp>
        <p:nvSpPr>
          <p:cNvPr id="55" name="ZoneTexte 54">
            <a:extLst>
              <a:ext uri="{FF2B5EF4-FFF2-40B4-BE49-F238E27FC236}">
                <a16:creationId xmlns:a16="http://schemas.microsoft.com/office/drawing/2014/main" id="{40A7919D-E470-81E8-D5D3-FD0447E439A1}"/>
              </a:ext>
            </a:extLst>
          </p:cNvPr>
          <p:cNvSpPr txBox="1"/>
          <p:nvPr/>
        </p:nvSpPr>
        <p:spPr>
          <a:xfrm>
            <a:off x="2883637" y="741391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poids</a:t>
            </a:r>
          </a:p>
        </p:txBody>
      </p:sp>
    </p:spTree>
    <p:extLst>
      <p:ext uri="{BB962C8B-B14F-4D97-AF65-F5344CB8AC3E}">
        <p14:creationId xmlns:p14="http://schemas.microsoft.com/office/powerpoint/2010/main" val="37977186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llipse 3">
            <a:extLst>
              <a:ext uri="{FF2B5EF4-FFF2-40B4-BE49-F238E27FC236}">
                <a16:creationId xmlns:a16="http://schemas.microsoft.com/office/drawing/2014/main" id="{D91E3C53-8C18-E4B8-2C1B-41D54828848D}"/>
              </a:ext>
            </a:extLst>
          </p:cNvPr>
          <p:cNvSpPr/>
          <p:nvPr/>
        </p:nvSpPr>
        <p:spPr>
          <a:xfrm>
            <a:off x="3462338" y="2237007"/>
            <a:ext cx="467833" cy="467833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00" dirty="0"/>
              <a:t>b1</a:t>
            </a:r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EFC181F5-CC98-03A8-C9AE-41434A5B6615}"/>
              </a:ext>
            </a:extLst>
          </p:cNvPr>
          <p:cNvSpPr/>
          <p:nvPr/>
        </p:nvSpPr>
        <p:spPr>
          <a:xfrm>
            <a:off x="3497644" y="3037881"/>
            <a:ext cx="467833" cy="467833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00" dirty="0"/>
              <a:t>b0</a:t>
            </a:r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244181EC-568A-357B-0563-3C889EC83BA9}"/>
              </a:ext>
            </a:extLst>
          </p:cNvPr>
          <p:cNvSpPr/>
          <p:nvPr/>
        </p:nvSpPr>
        <p:spPr>
          <a:xfrm>
            <a:off x="4427040" y="4825175"/>
            <a:ext cx="467833" cy="498894"/>
          </a:xfrm>
          <a:prstGeom prst="ellipse">
            <a:avLst/>
          </a:prstGeom>
          <a:solidFill>
            <a:srgbClr val="00B050"/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E75EE211-43AE-E148-F80A-F868FC23E2E3}"/>
              </a:ext>
            </a:extLst>
          </p:cNvPr>
          <p:cNvSpPr/>
          <p:nvPr/>
        </p:nvSpPr>
        <p:spPr>
          <a:xfrm>
            <a:off x="5486726" y="4857633"/>
            <a:ext cx="467833" cy="498894"/>
          </a:xfrm>
          <a:prstGeom prst="ellipse">
            <a:avLst/>
          </a:prstGeom>
          <a:solidFill>
            <a:srgbClr val="FFC000"/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B37C30E5-9C78-6066-2E9D-0D14478F4A99}"/>
              </a:ext>
            </a:extLst>
          </p:cNvPr>
          <p:cNvSpPr/>
          <p:nvPr/>
        </p:nvSpPr>
        <p:spPr>
          <a:xfrm>
            <a:off x="6460501" y="4825175"/>
            <a:ext cx="467833" cy="498894"/>
          </a:xfrm>
          <a:prstGeom prst="ellipse">
            <a:avLst/>
          </a:prstGeom>
          <a:solidFill>
            <a:srgbClr val="FF0000"/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9" name="Connecteur en angle 9">
            <a:extLst>
              <a:ext uri="{FF2B5EF4-FFF2-40B4-BE49-F238E27FC236}">
                <a16:creationId xmlns:a16="http://schemas.microsoft.com/office/drawing/2014/main" id="{7D48F73A-1E69-2F85-C951-6B278F7C60E4}"/>
              </a:ext>
            </a:extLst>
          </p:cNvPr>
          <p:cNvCxnSpPr>
            <a:cxnSpLocks/>
            <a:stCxn id="4" idx="6"/>
            <a:endCxn id="54" idx="0"/>
          </p:cNvCxnSpPr>
          <p:nvPr/>
        </p:nvCxnSpPr>
        <p:spPr>
          <a:xfrm>
            <a:off x="3930171" y="2470924"/>
            <a:ext cx="1769233" cy="1523261"/>
          </a:xfrm>
          <a:prstGeom prst="bentConnector2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eur en angle 11">
            <a:extLst>
              <a:ext uri="{FF2B5EF4-FFF2-40B4-BE49-F238E27FC236}">
                <a16:creationId xmlns:a16="http://schemas.microsoft.com/office/drawing/2014/main" id="{BD5DA669-941F-9688-6E2B-BFD8FCE40449}"/>
              </a:ext>
            </a:extLst>
          </p:cNvPr>
          <p:cNvCxnSpPr>
            <a:cxnSpLocks/>
            <a:stCxn id="4" idx="7"/>
            <a:endCxn id="49" idx="0"/>
          </p:cNvCxnSpPr>
          <p:nvPr/>
        </p:nvCxnSpPr>
        <p:spPr>
          <a:xfrm rot="16200000" flipH="1">
            <a:off x="4424163" y="1743015"/>
            <a:ext cx="1698008" cy="2823018"/>
          </a:xfrm>
          <a:prstGeom prst="bentConnector3">
            <a:avLst>
              <a:gd name="adj1" fmla="val 234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eur en angle 24">
            <a:extLst>
              <a:ext uri="{FF2B5EF4-FFF2-40B4-BE49-F238E27FC236}">
                <a16:creationId xmlns:a16="http://schemas.microsoft.com/office/drawing/2014/main" id="{21C4E9B7-8101-97BA-A2F0-941803022923}"/>
              </a:ext>
            </a:extLst>
          </p:cNvPr>
          <p:cNvCxnSpPr>
            <a:cxnSpLocks/>
            <a:stCxn id="5" idx="7"/>
            <a:endCxn id="49" idx="0"/>
          </p:cNvCxnSpPr>
          <p:nvPr/>
        </p:nvCxnSpPr>
        <p:spPr>
          <a:xfrm rot="16200000" flipH="1">
            <a:off x="4842253" y="2161105"/>
            <a:ext cx="897134" cy="2787712"/>
          </a:xfrm>
          <a:prstGeom prst="bentConnector3">
            <a:avLst>
              <a:gd name="adj1" fmla="val 3945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1" name="Groupe 60">
            <a:extLst>
              <a:ext uri="{FF2B5EF4-FFF2-40B4-BE49-F238E27FC236}">
                <a16:creationId xmlns:a16="http://schemas.microsoft.com/office/drawing/2014/main" id="{BA3CD5CB-4589-9DB8-7253-A0EEA4208ED6}"/>
              </a:ext>
            </a:extLst>
          </p:cNvPr>
          <p:cNvGrpSpPr/>
          <p:nvPr/>
        </p:nvGrpSpPr>
        <p:grpSpPr>
          <a:xfrm>
            <a:off x="4088528" y="4430106"/>
            <a:ext cx="4845726" cy="574334"/>
            <a:chOff x="4073236" y="3882289"/>
            <a:chExt cx="4845726" cy="574334"/>
          </a:xfrm>
        </p:grpSpPr>
        <p:cxnSp>
          <p:nvCxnSpPr>
            <p:cNvPr id="41" name="Connecteur droit 40">
              <a:extLst>
                <a:ext uri="{FF2B5EF4-FFF2-40B4-BE49-F238E27FC236}">
                  <a16:creationId xmlns:a16="http://schemas.microsoft.com/office/drawing/2014/main" id="{253AF414-CC8B-5FFB-18C1-6D7658DB5B0D}"/>
                </a:ext>
              </a:extLst>
            </p:cNvPr>
            <p:cNvCxnSpPr>
              <a:cxnSpLocks/>
            </p:cNvCxnSpPr>
            <p:nvPr/>
          </p:nvCxnSpPr>
          <p:spPr>
            <a:xfrm>
              <a:off x="4073236" y="4156364"/>
              <a:ext cx="3990109" cy="0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Forme libre 32">
              <a:extLst>
                <a:ext uri="{FF2B5EF4-FFF2-40B4-BE49-F238E27FC236}">
                  <a16:creationId xmlns:a16="http://schemas.microsoft.com/office/drawing/2014/main" id="{D0C5F0D0-6017-6C2F-E040-CD482B43094D}"/>
                </a:ext>
              </a:extLst>
            </p:cNvPr>
            <p:cNvSpPr/>
            <p:nvPr/>
          </p:nvSpPr>
          <p:spPr>
            <a:xfrm rot="16557881" flipV="1">
              <a:off x="7425856" y="4024595"/>
              <a:ext cx="574334" cy="289722"/>
            </a:xfrm>
            <a:custGeom>
              <a:avLst/>
              <a:gdLst>
                <a:gd name="csX0" fmla="*/ 112238 w 920336"/>
                <a:gd name="csY0" fmla="*/ 0 h 497502"/>
                <a:gd name="csX1" fmla="*/ 920313 w 920336"/>
                <a:gd name="csY1" fmla="*/ 159488 h 497502"/>
                <a:gd name="csX2" fmla="*/ 90973 w 920336"/>
                <a:gd name="csY2" fmla="*/ 467832 h 497502"/>
                <a:gd name="csX3" fmla="*/ 59075 w 920336"/>
                <a:gd name="csY3" fmla="*/ 467832 h 4975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920336" h="497502">
                  <a:moveTo>
                    <a:pt x="112238" y="0"/>
                  </a:moveTo>
                  <a:cubicBezTo>
                    <a:pt x="518047" y="40758"/>
                    <a:pt x="923857" y="81516"/>
                    <a:pt x="920313" y="159488"/>
                  </a:cubicBezTo>
                  <a:cubicBezTo>
                    <a:pt x="916769" y="237460"/>
                    <a:pt x="234513" y="416441"/>
                    <a:pt x="90973" y="467832"/>
                  </a:cubicBezTo>
                  <a:cubicBezTo>
                    <a:pt x="-52567" y="519223"/>
                    <a:pt x="3254" y="493527"/>
                    <a:pt x="59075" y="467832"/>
                  </a:cubicBezTo>
                </a:path>
              </a:pathLst>
            </a:custGeom>
            <a:solidFill>
              <a:schemeClr val="bg2">
                <a:lumMod val="90000"/>
              </a:schemeClr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43" name="ZoneTexte 42">
              <a:extLst>
                <a:ext uri="{FF2B5EF4-FFF2-40B4-BE49-F238E27FC236}">
                  <a16:creationId xmlns:a16="http://schemas.microsoft.com/office/drawing/2014/main" id="{47074316-4440-F259-9431-28CBF5F83AA1}"/>
                </a:ext>
              </a:extLst>
            </p:cNvPr>
            <p:cNvSpPr txBox="1"/>
            <p:nvPr/>
          </p:nvSpPr>
          <p:spPr>
            <a:xfrm>
              <a:off x="8258204" y="3984790"/>
              <a:ext cx="6607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dirty="0"/>
                <a:t>seuil</a:t>
              </a:r>
            </a:p>
          </p:txBody>
        </p:sp>
      </p:grpSp>
      <p:grpSp>
        <p:nvGrpSpPr>
          <p:cNvPr id="47" name="Groupe 46">
            <a:extLst>
              <a:ext uri="{FF2B5EF4-FFF2-40B4-BE49-F238E27FC236}">
                <a16:creationId xmlns:a16="http://schemas.microsoft.com/office/drawing/2014/main" id="{2CAA1394-16C3-21EB-5649-A99F63BE4C22}"/>
              </a:ext>
            </a:extLst>
          </p:cNvPr>
          <p:cNvGrpSpPr/>
          <p:nvPr/>
        </p:nvGrpSpPr>
        <p:grpSpPr>
          <a:xfrm>
            <a:off x="6386662" y="4003528"/>
            <a:ext cx="587269" cy="514711"/>
            <a:chOff x="4101326" y="1218489"/>
            <a:chExt cx="587269" cy="514711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570E4759-F068-0F98-62E7-C6681A08E1C0}"/>
                </a:ext>
              </a:extLst>
            </p:cNvPr>
            <p:cNvSpPr/>
            <p:nvPr/>
          </p:nvSpPr>
          <p:spPr>
            <a:xfrm>
              <a:off x="4101326" y="1222837"/>
              <a:ext cx="587269" cy="510363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9" name="ZoneTexte 48">
              <a:extLst>
                <a:ext uri="{FF2B5EF4-FFF2-40B4-BE49-F238E27FC236}">
                  <a16:creationId xmlns:a16="http://schemas.microsoft.com/office/drawing/2014/main" id="{A6E666F9-140F-5AF1-0885-70C74385DDE7}"/>
                </a:ext>
              </a:extLst>
            </p:cNvPr>
            <p:cNvSpPr txBox="1"/>
            <p:nvPr/>
          </p:nvSpPr>
          <p:spPr>
            <a:xfrm>
              <a:off x="4226055" y="1218489"/>
              <a:ext cx="34657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2400" dirty="0"/>
                <a:t>∑</a:t>
              </a:r>
            </a:p>
          </p:txBody>
        </p:sp>
      </p:grpSp>
      <p:grpSp>
        <p:nvGrpSpPr>
          <p:cNvPr id="50" name="Groupe 49">
            <a:extLst>
              <a:ext uri="{FF2B5EF4-FFF2-40B4-BE49-F238E27FC236}">
                <a16:creationId xmlns:a16="http://schemas.microsoft.com/office/drawing/2014/main" id="{1056DA3E-4F01-C52A-8968-0A0610818791}"/>
              </a:ext>
            </a:extLst>
          </p:cNvPr>
          <p:cNvGrpSpPr/>
          <p:nvPr/>
        </p:nvGrpSpPr>
        <p:grpSpPr>
          <a:xfrm>
            <a:off x="4362796" y="4026615"/>
            <a:ext cx="587269" cy="517449"/>
            <a:chOff x="4143713" y="3114949"/>
            <a:chExt cx="587269" cy="517449"/>
          </a:xfrm>
        </p:grpSpPr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CB5D6F6F-1CE8-6585-C5E9-942883B5433A}"/>
                </a:ext>
              </a:extLst>
            </p:cNvPr>
            <p:cNvSpPr/>
            <p:nvPr/>
          </p:nvSpPr>
          <p:spPr>
            <a:xfrm>
              <a:off x="4143713" y="3122035"/>
              <a:ext cx="587269" cy="510363"/>
            </a:xfrm>
            <a:prstGeom prst="rect">
              <a:avLst/>
            </a:prstGeom>
            <a:noFill/>
            <a:ln>
              <a:solidFill>
                <a:srgbClr val="92D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2" name="ZoneTexte 51">
              <a:extLst>
                <a:ext uri="{FF2B5EF4-FFF2-40B4-BE49-F238E27FC236}">
                  <a16:creationId xmlns:a16="http://schemas.microsoft.com/office/drawing/2014/main" id="{B226B694-B6BF-A022-E3AC-DE1015951B63}"/>
                </a:ext>
              </a:extLst>
            </p:cNvPr>
            <p:cNvSpPr txBox="1"/>
            <p:nvPr/>
          </p:nvSpPr>
          <p:spPr>
            <a:xfrm>
              <a:off x="4269244" y="3114949"/>
              <a:ext cx="34657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2400" dirty="0"/>
                <a:t>∑</a:t>
              </a:r>
            </a:p>
          </p:txBody>
        </p:sp>
      </p:grpSp>
      <p:grpSp>
        <p:nvGrpSpPr>
          <p:cNvPr id="53" name="Groupe 52">
            <a:extLst>
              <a:ext uri="{FF2B5EF4-FFF2-40B4-BE49-F238E27FC236}">
                <a16:creationId xmlns:a16="http://schemas.microsoft.com/office/drawing/2014/main" id="{2A48B22D-5982-F12E-C1FA-BA6B46462EF3}"/>
              </a:ext>
            </a:extLst>
          </p:cNvPr>
          <p:cNvGrpSpPr/>
          <p:nvPr/>
        </p:nvGrpSpPr>
        <p:grpSpPr>
          <a:xfrm>
            <a:off x="5405769" y="3994185"/>
            <a:ext cx="587269" cy="517030"/>
            <a:chOff x="4128293" y="2122041"/>
            <a:chExt cx="587269" cy="517030"/>
          </a:xfrm>
        </p:grpSpPr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D678672B-B050-85EF-8ACF-29A72F5DE13E}"/>
                </a:ext>
              </a:extLst>
            </p:cNvPr>
            <p:cNvSpPr/>
            <p:nvPr/>
          </p:nvSpPr>
          <p:spPr>
            <a:xfrm>
              <a:off x="4128293" y="2122041"/>
              <a:ext cx="587269" cy="510363"/>
            </a:xfrm>
            <a:prstGeom prst="rect">
              <a:avLst/>
            </a:prstGeom>
            <a:noFill/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5" name="ZoneTexte 54">
              <a:extLst>
                <a:ext uri="{FF2B5EF4-FFF2-40B4-BE49-F238E27FC236}">
                  <a16:creationId xmlns:a16="http://schemas.microsoft.com/office/drawing/2014/main" id="{DB1F5641-B7E7-D370-5726-3CDDC5E15206}"/>
                </a:ext>
              </a:extLst>
            </p:cNvPr>
            <p:cNvSpPr txBox="1"/>
            <p:nvPr/>
          </p:nvSpPr>
          <p:spPr>
            <a:xfrm>
              <a:off x="4270690" y="2177406"/>
              <a:ext cx="34657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2400" dirty="0"/>
                <a:t>∑</a:t>
              </a:r>
            </a:p>
          </p:txBody>
        </p:sp>
      </p:grpSp>
      <p:cxnSp>
        <p:nvCxnSpPr>
          <p:cNvPr id="77" name="Connecteur en angle 9">
            <a:extLst>
              <a:ext uri="{FF2B5EF4-FFF2-40B4-BE49-F238E27FC236}">
                <a16:creationId xmlns:a16="http://schemas.microsoft.com/office/drawing/2014/main" id="{A161E7F9-B2DA-61E6-1D02-F87C5D9AA3DB}"/>
              </a:ext>
            </a:extLst>
          </p:cNvPr>
          <p:cNvCxnSpPr>
            <a:cxnSpLocks/>
            <a:stCxn id="4" idx="5"/>
            <a:endCxn id="52" idx="0"/>
          </p:cNvCxnSpPr>
          <p:nvPr/>
        </p:nvCxnSpPr>
        <p:spPr>
          <a:xfrm rot="16200000" flipH="1">
            <a:off x="3566491" y="2931494"/>
            <a:ext cx="1390288" cy="799954"/>
          </a:xfrm>
          <a:prstGeom prst="bentConnector3">
            <a:avLst>
              <a:gd name="adj1" fmla="val -1333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ZoneTexte 14">
            <a:extLst>
              <a:ext uri="{FF2B5EF4-FFF2-40B4-BE49-F238E27FC236}">
                <a16:creationId xmlns:a16="http://schemas.microsoft.com/office/drawing/2014/main" id="{35D0D711-8A31-4A79-2671-D7D0D00DE927}"/>
              </a:ext>
            </a:extLst>
          </p:cNvPr>
          <p:cNvSpPr txBox="1"/>
          <p:nvPr/>
        </p:nvSpPr>
        <p:spPr>
          <a:xfrm>
            <a:off x="4339995" y="2557841"/>
            <a:ext cx="610070" cy="369332"/>
          </a:xfrm>
          <a:prstGeom prst="rect">
            <a:avLst/>
          </a:prstGeom>
          <a:solidFill>
            <a:schemeClr val="bg2">
              <a:alpha val="56121"/>
            </a:schemeClr>
          </a:solidFill>
        </p:spPr>
        <p:txBody>
          <a:bodyPr wrap="square" rtlCol="0">
            <a:spAutoFit/>
          </a:bodyPr>
          <a:lstStyle/>
          <a:p>
            <a:r>
              <a:rPr lang="fr-FR" dirty="0"/>
              <a:t>W</a:t>
            </a:r>
            <a:r>
              <a:rPr lang="fr-FR" sz="1200" dirty="0"/>
              <a:t>1 1</a:t>
            </a:r>
            <a:endParaRPr lang="fr-FR" dirty="0"/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2FE2431A-4425-FCE8-6E75-560D35A67ED9}"/>
              </a:ext>
            </a:extLst>
          </p:cNvPr>
          <p:cNvSpPr txBox="1"/>
          <p:nvPr/>
        </p:nvSpPr>
        <p:spPr>
          <a:xfrm>
            <a:off x="5310706" y="2557841"/>
            <a:ext cx="617477" cy="369332"/>
          </a:xfrm>
          <a:prstGeom prst="rect">
            <a:avLst/>
          </a:prstGeom>
          <a:solidFill>
            <a:schemeClr val="bg1">
              <a:lumMod val="95000"/>
              <a:alpha val="71072"/>
            </a:schemeClr>
          </a:solidFill>
        </p:spPr>
        <p:txBody>
          <a:bodyPr wrap="none" rtlCol="0">
            <a:spAutoFit/>
          </a:bodyPr>
          <a:lstStyle/>
          <a:p>
            <a:r>
              <a:rPr lang="fr-FR" dirty="0"/>
              <a:t>W</a:t>
            </a:r>
            <a:r>
              <a:rPr lang="fr-FR" sz="1200" dirty="0"/>
              <a:t>1  2</a:t>
            </a:r>
            <a:endParaRPr lang="fr-FR" dirty="0"/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DBFAC1AF-1AC1-7E65-564B-82D6654DB6B2}"/>
              </a:ext>
            </a:extLst>
          </p:cNvPr>
          <p:cNvSpPr txBox="1"/>
          <p:nvPr/>
        </p:nvSpPr>
        <p:spPr>
          <a:xfrm>
            <a:off x="6303968" y="2557841"/>
            <a:ext cx="617477" cy="369332"/>
          </a:xfrm>
          <a:prstGeom prst="rect">
            <a:avLst/>
          </a:prstGeom>
          <a:solidFill>
            <a:schemeClr val="bg1">
              <a:lumMod val="95000"/>
              <a:alpha val="70000"/>
            </a:schemeClr>
          </a:solidFill>
        </p:spPr>
        <p:txBody>
          <a:bodyPr wrap="none" rtlCol="0">
            <a:spAutoFit/>
          </a:bodyPr>
          <a:lstStyle/>
          <a:p>
            <a:r>
              <a:rPr lang="fr-FR" dirty="0"/>
              <a:t>W</a:t>
            </a:r>
            <a:r>
              <a:rPr lang="fr-FR" sz="1200" dirty="0"/>
              <a:t>1  3</a:t>
            </a:r>
            <a:endParaRPr lang="fr-FR" dirty="0"/>
          </a:p>
        </p:txBody>
      </p:sp>
      <p:cxnSp>
        <p:nvCxnSpPr>
          <p:cNvPr id="81" name="Connecteur en angle 24">
            <a:extLst>
              <a:ext uri="{FF2B5EF4-FFF2-40B4-BE49-F238E27FC236}">
                <a16:creationId xmlns:a16="http://schemas.microsoft.com/office/drawing/2014/main" id="{C3E7E33A-EAAD-8C70-FE78-085C1E634607}"/>
              </a:ext>
            </a:extLst>
          </p:cNvPr>
          <p:cNvCxnSpPr>
            <a:cxnSpLocks/>
            <a:stCxn id="5" idx="6"/>
            <a:endCxn id="54" idx="0"/>
          </p:cNvCxnSpPr>
          <p:nvPr/>
        </p:nvCxnSpPr>
        <p:spPr>
          <a:xfrm>
            <a:off x="3965477" y="3271798"/>
            <a:ext cx="1733927" cy="722387"/>
          </a:xfrm>
          <a:prstGeom prst="bentConnector2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eur en angle 24">
            <a:extLst>
              <a:ext uri="{FF2B5EF4-FFF2-40B4-BE49-F238E27FC236}">
                <a16:creationId xmlns:a16="http://schemas.microsoft.com/office/drawing/2014/main" id="{12E4FA22-DE1A-F03E-FD3D-235662299681}"/>
              </a:ext>
            </a:extLst>
          </p:cNvPr>
          <p:cNvCxnSpPr>
            <a:cxnSpLocks/>
            <a:stCxn id="5" idx="5"/>
            <a:endCxn id="52" idx="0"/>
          </p:cNvCxnSpPr>
          <p:nvPr/>
        </p:nvCxnSpPr>
        <p:spPr>
          <a:xfrm rot="16200000" flipH="1">
            <a:off x="3984581" y="3349584"/>
            <a:ext cx="589414" cy="764648"/>
          </a:xfrm>
          <a:prstGeom prst="bentConnector3">
            <a:avLst>
              <a:gd name="adj1" fmla="val 810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ZoneTexte 15">
            <a:extLst>
              <a:ext uri="{FF2B5EF4-FFF2-40B4-BE49-F238E27FC236}">
                <a16:creationId xmlns:a16="http://schemas.microsoft.com/office/drawing/2014/main" id="{538E3529-8069-931A-2918-16DDF8200067}"/>
              </a:ext>
            </a:extLst>
          </p:cNvPr>
          <p:cNvSpPr txBox="1"/>
          <p:nvPr/>
        </p:nvSpPr>
        <p:spPr>
          <a:xfrm>
            <a:off x="4364648" y="3479327"/>
            <a:ext cx="585417" cy="369332"/>
          </a:xfrm>
          <a:prstGeom prst="rect">
            <a:avLst/>
          </a:prstGeom>
          <a:solidFill>
            <a:schemeClr val="bg1">
              <a:lumMod val="95000"/>
              <a:alpha val="69995"/>
            </a:schemeClr>
          </a:solidFill>
        </p:spPr>
        <p:txBody>
          <a:bodyPr wrap="none" rtlCol="0">
            <a:spAutoFit/>
          </a:bodyPr>
          <a:lstStyle/>
          <a:p>
            <a:r>
              <a:rPr lang="fr-FR" dirty="0"/>
              <a:t>W</a:t>
            </a:r>
            <a:r>
              <a:rPr lang="fr-FR" sz="1200" dirty="0"/>
              <a:t>2 1</a:t>
            </a:r>
            <a:endParaRPr lang="fr-FR" dirty="0"/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0FE6558D-AD5F-040D-C2FF-81501DBCE41B}"/>
              </a:ext>
            </a:extLst>
          </p:cNvPr>
          <p:cNvSpPr txBox="1"/>
          <p:nvPr/>
        </p:nvSpPr>
        <p:spPr>
          <a:xfrm>
            <a:off x="5349236" y="3414776"/>
            <a:ext cx="617477" cy="369332"/>
          </a:xfrm>
          <a:prstGeom prst="rect">
            <a:avLst/>
          </a:prstGeom>
          <a:solidFill>
            <a:schemeClr val="bg1">
              <a:lumMod val="95000"/>
              <a:alpha val="69596"/>
            </a:schemeClr>
          </a:solidFill>
        </p:spPr>
        <p:txBody>
          <a:bodyPr wrap="none" rtlCol="0">
            <a:spAutoFit/>
          </a:bodyPr>
          <a:lstStyle/>
          <a:p>
            <a:r>
              <a:rPr lang="fr-FR" dirty="0"/>
              <a:t>W</a:t>
            </a:r>
            <a:r>
              <a:rPr lang="fr-FR" sz="1200" dirty="0"/>
              <a:t>2  2</a:t>
            </a:r>
            <a:endParaRPr lang="fr-FR" dirty="0"/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327DF9C2-E56F-A455-3D6C-707CD8718295}"/>
              </a:ext>
            </a:extLst>
          </p:cNvPr>
          <p:cNvSpPr txBox="1"/>
          <p:nvPr/>
        </p:nvSpPr>
        <p:spPr>
          <a:xfrm>
            <a:off x="6340880" y="3397239"/>
            <a:ext cx="617477" cy="369332"/>
          </a:xfrm>
          <a:prstGeom prst="rect">
            <a:avLst/>
          </a:prstGeom>
          <a:solidFill>
            <a:schemeClr val="bg1">
              <a:lumMod val="95000"/>
              <a:alpha val="71012"/>
            </a:schemeClr>
          </a:solidFill>
        </p:spPr>
        <p:txBody>
          <a:bodyPr wrap="none" rtlCol="0">
            <a:spAutoFit/>
          </a:bodyPr>
          <a:lstStyle/>
          <a:p>
            <a:r>
              <a:rPr lang="fr-FR" dirty="0"/>
              <a:t>W</a:t>
            </a:r>
            <a:r>
              <a:rPr lang="fr-FR" sz="1200" dirty="0"/>
              <a:t>2  3</a:t>
            </a:r>
            <a:endParaRPr lang="fr-FR" dirty="0"/>
          </a:p>
        </p:txBody>
      </p:sp>
      <p:cxnSp>
        <p:nvCxnSpPr>
          <p:cNvPr id="91" name="Connecteur droit avec flèche 90">
            <a:extLst>
              <a:ext uri="{FF2B5EF4-FFF2-40B4-BE49-F238E27FC236}">
                <a16:creationId xmlns:a16="http://schemas.microsoft.com/office/drawing/2014/main" id="{8954D60D-B53F-4DEC-ECF3-EC87FD125A0E}"/>
              </a:ext>
            </a:extLst>
          </p:cNvPr>
          <p:cNvCxnSpPr>
            <a:stCxn id="52" idx="2"/>
            <a:endCxn id="6" idx="0"/>
          </p:cNvCxnSpPr>
          <p:nvPr/>
        </p:nvCxnSpPr>
        <p:spPr>
          <a:xfrm flipH="1">
            <a:off x="4660957" y="4488280"/>
            <a:ext cx="655" cy="33689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eur droit avec flèche 91">
            <a:extLst>
              <a:ext uri="{FF2B5EF4-FFF2-40B4-BE49-F238E27FC236}">
                <a16:creationId xmlns:a16="http://schemas.microsoft.com/office/drawing/2014/main" id="{435AAAD7-0271-61F0-52A2-FD59FA8F0A8A}"/>
              </a:ext>
            </a:extLst>
          </p:cNvPr>
          <p:cNvCxnSpPr>
            <a:cxnSpLocks/>
            <a:stCxn id="55" idx="2"/>
            <a:endCxn id="7" idx="0"/>
          </p:cNvCxnSpPr>
          <p:nvPr/>
        </p:nvCxnSpPr>
        <p:spPr>
          <a:xfrm flipH="1">
            <a:off x="5720643" y="4511215"/>
            <a:ext cx="808" cy="34641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eur droit avec flèche 97">
            <a:extLst>
              <a:ext uri="{FF2B5EF4-FFF2-40B4-BE49-F238E27FC236}">
                <a16:creationId xmlns:a16="http://schemas.microsoft.com/office/drawing/2014/main" id="{7BCB47FE-A96F-A779-8CFA-879569F7F58B}"/>
              </a:ext>
            </a:extLst>
          </p:cNvPr>
          <p:cNvCxnSpPr>
            <a:cxnSpLocks/>
            <a:stCxn id="48" idx="2"/>
            <a:endCxn id="8" idx="0"/>
          </p:cNvCxnSpPr>
          <p:nvPr/>
        </p:nvCxnSpPr>
        <p:spPr>
          <a:xfrm>
            <a:off x="6680297" y="4518239"/>
            <a:ext cx="14121" cy="30693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825234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373272-B996-5683-3B1B-13E87A59F2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llipse 3">
            <a:extLst>
              <a:ext uri="{FF2B5EF4-FFF2-40B4-BE49-F238E27FC236}">
                <a16:creationId xmlns:a16="http://schemas.microsoft.com/office/drawing/2014/main" id="{F48B0356-D8AF-91BC-4776-6CFD486E57EE}"/>
              </a:ext>
            </a:extLst>
          </p:cNvPr>
          <p:cNvSpPr/>
          <p:nvPr/>
        </p:nvSpPr>
        <p:spPr>
          <a:xfrm>
            <a:off x="1034831" y="1488590"/>
            <a:ext cx="467833" cy="467833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fr-FR" sz="1600" dirty="0"/>
              <a:t>E1</a:t>
            </a:r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50C6A811-A76E-702D-DA4D-1F855DE5A503}"/>
              </a:ext>
            </a:extLst>
          </p:cNvPr>
          <p:cNvSpPr/>
          <p:nvPr/>
        </p:nvSpPr>
        <p:spPr>
          <a:xfrm>
            <a:off x="1064002" y="2700259"/>
            <a:ext cx="467833" cy="467833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fr-FR" sz="1600" dirty="0"/>
              <a:t>E2</a:t>
            </a:r>
          </a:p>
        </p:txBody>
      </p:sp>
      <p:cxnSp>
        <p:nvCxnSpPr>
          <p:cNvPr id="10" name="Connecteur en angle 9">
            <a:extLst>
              <a:ext uri="{FF2B5EF4-FFF2-40B4-BE49-F238E27FC236}">
                <a16:creationId xmlns:a16="http://schemas.microsoft.com/office/drawing/2014/main" id="{9CA6DD80-A5D6-7836-356E-CBA39C4FA07C}"/>
              </a:ext>
            </a:extLst>
          </p:cNvPr>
          <p:cNvCxnSpPr>
            <a:cxnSpLocks/>
            <a:stCxn id="4" idx="6"/>
            <a:endCxn id="27" idx="1"/>
          </p:cNvCxnSpPr>
          <p:nvPr/>
        </p:nvCxnSpPr>
        <p:spPr>
          <a:xfrm>
            <a:off x="1502664" y="1722507"/>
            <a:ext cx="2641049" cy="1654710"/>
          </a:xfrm>
          <a:prstGeom prst="straightConnector1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eur en angle 10">
            <a:extLst>
              <a:ext uri="{FF2B5EF4-FFF2-40B4-BE49-F238E27FC236}">
                <a16:creationId xmlns:a16="http://schemas.microsoft.com/office/drawing/2014/main" id="{88F20B6E-FF17-0C26-B5E8-CB2436E66CD8}"/>
              </a:ext>
            </a:extLst>
          </p:cNvPr>
          <p:cNvCxnSpPr>
            <a:cxnSpLocks/>
            <a:stCxn id="4" idx="6"/>
            <a:endCxn id="9" idx="1"/>
          </p:cNvCxnSpPr>
          <p:nvPr/>
        </p:nvCxnSpPr>
        <p:spPr>
          <a:xfrm flipV="1">
            <a:off x="1502664" y="1478019"/>
            <a:ext cx="2598662" cy="244488"/>
          </a:xfrm>
          <a:prstGeom prst="straightConnector1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eur en angle 11">
            <a:extLst>
              <a:ext uri="{FF2B5EF4-FFF2-40B4-BE49-F238E27FC236}">
                <a16:creationId xmlns:a16="http://schemas.microsoft.com/office/drawing/2014/main" id="{C7138474-8EE5-7DB9-510B-3160319059CA}"/>
              </a:ext>
            </a:extLst>
          </p:cNvPr>
          <p:cNvCxnSpPr>
            <a:cxnSpLocks/>
            <a:stCxn id="4" idx="6"/>
            <a:endCxn id="17" idx="1"/>
          </p:cNvCxnSpPr>
          <p:nvPr/>
        </p:nvCxnSpPr>
        <p:spPr>
          <a:xfrm>
            <a:off x="1502664" y="1722507"/>
            <a:ext cx="2625629" cy="654716"/>
          </a:xfrm>
          <a:prstGeom prst="straightConnector1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eur en angle 18">
            <a:extLst>
              <a:ext uri="{FF2B5EF4-FFF2-40B4-BE49-F238E27FC236}">
                <a16:creationId xmlns:a16="http://schemas.microsoft.com/office/drawing/2014/main" id="{88C35BFB-A176-D46B-5690-006DC753287F}"/>
              </a:ext>
            </a:extLst>
          </p:cNvPr>
          <p:cNvCxnSpPr>
            <a:cxnSpLocks/>
            <a:stCxn id="5" idx="6"/>
            <a:endCxn id="27" idx="1"/>
          </p:cNvCxnSpPr>
          <p:nvPr/>
        </p:nvCxnSpPr>
        <p:spPr>
          <a:xfrm>
            <a:off x="1531835" y="2934176"/>
            <a:ext cx="2611878" cy="443041"/>
          </a:xfrm>
          <a:prstGeom prst="straightConnector1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eur en angle 21">
            <a:extLst>
              <a:ext uri="{FF2B5EF4-FFF2-40B4-BE49-F238E27FC236}">
                <a16:creationId xmlns:a16="http://schemas.microsoft.com/office/drawing/2014/main" id="{A2C1C670-A064-71E4-07A8-34582C08D868}"/>
              </a:ext>
            </a:extLst>
          </p:cNvPr>
          <p:cNvCxnSpPr>
            <a:cxnSpLocks/>
            <a:stCxn id="5" idx="6"/>
            <a:endCxn id="17" idx="1"/>
          </p:cNvCxnSpPr>
          <p:nvPr/>
        </p:nvCxnSpPr>
        <p:spPr>
          <a:xfrm flipV="1">
            <a:off x="1531835" y="2377223"/>
            <a:ext cx="2596458" cy="556953"/>
          </a:xfrm>
          <a:prstGeom prst="straightConnector1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eur en angle 24">
            <a:extLst>
              <a:ext uri="{FF2B5EF4-FFF2-40B4-BE49-F238E27FC236}">
                <a16:creationId xmlns:a16="http://schemas.microsoft.com/office/drawing/2014/main" id="{1336422C-FB4A-FF57-E487-13769C12418F}"/>
              </a:ext>
            </a:extLst>
          </p:cNvPr>
          <p:cNvCxnSpPr>
            <a:cxnSpLocks/>
            <a:stCxn id="5" idx="6"/>
            <a:endCxn id="9" idx="1"/>
          </p:cNvCxnSpPr>
          <p:nvPr/>
        </p:nvCxnSpPr>
        <p:spPr>
          <a:xfrm flipV="1">
            <a:off x="1531835" y="1478019"/>
            <a:ext cx="2569491" cy="1456157"/>
          </a:xfrm>
          <a:prstGeom prst="straightConnector1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ZoneTexte 76">
            <a:extLst>
              <a:ext uri="{FF2B5EF4-FFF2-40B4-BE49-F238E27FC236}">
                <a16:creationId xmlns:a16="http://schemas.microsoft.com/office/drawing/2014/main" id="{458876C5-7412-36D5-0398-EBB52369E711}"/>
              </a:ext>
            </a:extLst>
          </p:cNvPr>
          <p:cNvSpPr txBox="1"/>
          <p:nvPr/>
        </p:nvSpPr>
        <p:spPr>
          <a:xfrm>
            <a:off x="3047864" y="3118842"/>
            <a:ext cx="585417" cy="369332"/>
          </a:xfrm>
          <a:prstGeom prst="rect">
            <a:avLst/>
          </a:prstGeom>
          <a:solidFill>
            <a:schemeClr val="bg1">
              <a:lumMod val="95000"/>
              <a:alpha val="69995"/>
            </a:schemeClr>
          </a:solidFill>
        </p:spPr>
        <p:txBody>
          <a:bodyPr wrap="none" rtlCol="0">
            <a:spAutoFit/>
          </a:bodyPr>
          <a:lstStyle/>
          <a:p>
            <a:r>
              <a:rPr lang="fr-FR" dirty="0"/>
              <a:t>W</a:t>
            </a:r>
            <a:r>
              <a:rPr lang="fr-FR" sz="1200" dirty="0"/>
              <a:t>2 1</a:t>
            </a:r>
            <a:endParaRPr lang="fr-FR" dirty="0"/>
          </a:p>
        </p:txBody>
      </p:sp>
      <p:sp>
        <p:nvSpPr>
          <p:cNvPr id="78" name="ZoneTexte 77">
            <a:extLst>
              <a:ext uri="{FF2B5EF4-FFF2-40B4-BE49-F238E27FC236}">
                <a16:creationId xmlns:a16="http://schemas.microsoft.com/office/drawing/2014/main" id="{ABAAD53A-8937-7125-4F09-9B4F9C6B98AD}"/>
              </a:ext>
            </a:extLst>
          </p:cNvPr>
          <p:cNvSpPr txBox="1"/>
          <p:nvPr/>
        </p:nvSpPr>
        <p:spPr>
          <a:xfrm>
            <a:off x="3031834" y="2024232"/>
            <a:ext cx="617477" cy="369332"/>
          </a:xfrm>
          <a:prstGeom prst="rect">
            <a:avLst/>
          </a:prstGeom>
          <a:solidFill>
            <a:schemeClr val="bg1">
              <a:lumMod val="95000"/>
              <a:alpha val="71072"/>
            </a:schemeClr>
          </a:solidFill>
        </p:spPr>
        <p:txBody>
          <a:bodyPr wrap="none" rtlCol="0">
            <a:spAutoFit/>
          </a:bodyPr>
          <a:lstStyle/>
          <a:p>
            <a:r>
              <a:rPr lang="fr-FR" dirty="0"/>
              <a:t>W</a:t>
            </a:r>
            <a:r>
              <a:rPr lang="fr-FR" sz="1200" dirty="0"/>
              <a:t>1  2</a:t>
            </a:r>
            <a:endParaRPr lang="fr-FR" dirty="0"/>
          </a:p>
        </p:txBody>
      </p:sp>
      <p:sp>
        <p:nvSpPr>
          <p:cNvPr id="79" name="ZoneTexte 78">
            <a:extLst>
              <a:ext uri="{FF2B5EF4-FFF2-40B4-BE49-F238E27FC236}">
                <a16:creationId xmlns:a16="http://schemas.microsoft.com/office/drawing/2014/main" id="{E07C2E40-8F59-5494-8461-F2E775B6E17B}"/>
              </a:ext>
            </a:extLst>
          </p:cNvPr>
          <p:cNvSpPr txBox="1"/>
          <p:nvPr/>
        </p:nvSpPr>
        <p:spPr>
          <a:xfrm>
            <a:off x="3031834" y="2288853"/>
            <a:ext cx="617477" cy="369332"/>
          </a:xfrm>
          <a:prstGeom prst="rect">
            <a:avLst/>
          </a:prstGeom>
          <a:solidFill>
            <a:schemeClr val="bg1">
              <a:lumMod val="95000"/>
              <a:alpha val="69596"/>
            </a:schemeClr>
          </a:solidFill>
        </p:spPr>
        <p:txBody>
          <a:bodyPr wrap="none" rtlCol="0">
            <a:spAutoFit/>
          </a:bodyPr>
          <a:lstStyle/>
          <a:p>
            <a:r>
              <a:rPr lang="fr-FR" dirty="0"/>
              <a:t>W</a:t>
            </a:r>
            <a:r>
              <a:rPr lang="fr-FR" sz="1200" dirty="0"/>
              <a:t>2  2</a:t>
            </a:r>
            <a:endParaRPr lang="fr-FR" dirty="0"/>
          </a:p>
        </p:txBody>
      </p:sp>
      <p:sp>
        <p:nvSpPr>
          <p:cNvPr id="80" name="ZoneTexte 79">
            <a:extLst>
              <a:ext uri="{FF2B5EF4-FFF2-40B4-BE49-F238E27FC236}">
                <a16:creationId xmlns:a16="http://schemas.microsoft.com/office/drawing/2014/main" id="{EF11B74F-17F1-7D95-E815-AF6652F1DB30}"/>
              </a:ext>
            </a:extLst>
          </p:cNvPr>
          <p:cNvSpPr txBox="1"/>
          <p:nvPr/>
        </p:nvSpPr>
        <p:spPr>
          <a:xfrm>
            <a:off x="3031834" y="1168509"/>
            <a:ext cx="617477" cy="369332"/>
          </a:xfrm>
          <a:prstGeom prst="rect">
            <a:avLst/>
          </a:prstGeom>
          <a:solidFill>
            <a:schemeClr val="bg1">
              <a:lumMod val="95000"/>
              <a:alpha val="70000"/>
            </a:schemeClr>
          </a:solidFill>
        </p:spPr>
        <p:txBody>
          <a:bodyPr wrap="none" rtlCol="0">
            <a:spAutoFit/>
          </a:bodyPr>
          <a:lstStyle/>
          <a:p>
            <a:r>
              <a:rPr lang="fr-FR" dirty="0"/>
              <a:t>W</a:t>
            </a:r>
            <a:r>
              <a:rPr lang="fr-FR" sz="1200" dirty="0"/>
              <a:t>1  3</a:t>
            </a:r>
            <a:endParaRPr lang="fr-FR" dirty="0"/>
          </a:p>
        </p:txBody>
      </p:sp>
      <p:sp>
        <p:nvSpPr>
          <p:cNvPr id="81" name="ZoneTexte 80">
            <a:extLst>
              <a:ext uri="{FF2B5EF4-FFF2-40B4-BE49-F238E27FC236}">
                <a16:creationId xmlns:a16="http://schemas.microsoft.com/office/drawing/2014/main" id="{9FF5E186-1428-1DAC-7A5D-3103C7311391}"/>
              </a:ext>
            </a:extLst>
          </p:cNvPr>
          <p:cNvSpPr txBox="1"/>
          <p:nvPr/>
        </p:nvSpPr>
        <p:spPr>
          <a:xfrm>
            <a:off x="3031834" y="1623658"/>
            <a:ext cx="617477" cy="369332"/>
          </a:xfrm>
          <a:prstGeom prst="rect">
            <a:avLst/>
          </a:prstGeom>
          <a:solidFill>
            <a:schemeClr val="bg1">
              <a:lumMod val="95000"/>
              <a:alpha val="71012"/>
            </a:schemeClr>
          </a:solidFill>
        </p:spPr>
        <p:txBody>
          <a:bodyPr wrap="none" rtlCol="0">
            <a:spAutoFit/>
          </a:bodyPr>
          <a:lstStyle/>
          <a:p>
            <a:r>
              <a:rPr lang="fr-FR" dirty="0"/>
              <a:t>W</a:t>
            </a:r>
            <a:r>
              <a:rPr lang="fr-FR" sz="1200" dirty="0"/>
              <a:t>2  3</a:t>
            </a:r>
            <a:endParaRPr lang="fr-FR" dirty="0"/>
          </a:p>
        </p:txBody>
      </p:sp>
      <p:sp>
        <p:nvSpPr>
          <p:cNvPr id="76" name="ZoneTexte 75">
            <a:extLst>
              <a:ext uri="{FF2B5EF4-FFF2-40B4-BE49-F238E27FC236}">
                <a16:creationId xmlns:a16="http://schemas.microsoft.com/office/drawing/2014/main" id="{A95F3F2D-688F-3082-9585-C96BA1C33EFA}"/>
              </a:ext>
            </a:extLst>
          </p:cNvPr>
          <p:cNvSpPr txBox="1"/>
          <p:nvPr/>
        </p:nvSpPr>
        <p:spPr>
          <a:xfrm>
            <a:off x="3035537" y="2712307"/>
            <a:ext cx="610070" cy="369332"/>
          </a:xfrm>
          <a:prstGeom prst="rect">
            <a:avLst/>
          </a:prstGeom>
          <a:solidFill>
            <a:schemeClr val="bg2">
              <a:alpha val="56121"/>
            </a:schemeClr>
          </a:solidFill>
        </p:spPr>
        <p:txBody>
          <a:bodyPr wrap="square" rtlCol="0">
            <a:spAutoFit/>
          </a:bodyPr>
          <a:lstStyle/>
          <a:p>
            <a:r>
              <a:rPr lang="fr-FR" dirty="0"/>
              <a:t>W</a:t>
            </a:r>
            <a:r>
              <a:rPr lang="fr-FR" sz="1200" dirty="0"/>
              <a:t>1 1</a:t>
            </a:r>
            <a:endParaRPr lang="fr-FR" dirty="0"/>
          </a:p>
        </p:txBody>
      </p:sp>
      <p:sp>
        <p:nvSpPr>
          <p:cNvPr id="3" name="Ellipse 2">
            <a:extLst>
              <a:ext uri="{FF2B5EF4-FFF2-40B4-BE49-F238E27FC236}">
                <a16:creationId xmlns:a16="http://schemas.microsoft.com/office/drawing/2014/main" id="{91CC4009-725A-77A3-EEE4-667E529096F9}"/>
              </a:ext>
            </a:extLst>
          </p:cNvPr>
          <p:cNvSpPr/>
          <p:nvPr/>
        </p:nvSpPr>
        <p:spPr>
          <a:xfrm>
            <a:off x="7558785" y="3909621"/>
            <a:ext cx="467833" cy="467833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fr-FR" sz="1600" dirty="0"/>
              <a:t>s3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E3FF7E1-D7CE-A97E-0830-B4FB1F034C41}"/>
              </a:ext>
            </a:extLst>
          </p:cNvPr>
          <p:cNvSpPr/>
          <p:nvPr/>
        </p:nvSpPr>
        <p:spPr>
          <a:xfrm>
            <a:off x="4101326" y="1222837"/>
            <a:ext cx="587269" cy="51036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Ellipse 12">
            <a:extLst>
              <a:ext uri="{FF2B5EF4-FFF2-40B4-BE49-F238E27FC236}">
                <a16:creationId xmlns:a16="http://schemas.microsoft.com/office/drawing/2014/main" id="{57A60CF6-8702-1CEA-3E4C-4A1CD55A69CA}"/>
              </a:ext>
            </a:extLst>
          </p:cNvPr>
          <p:cNvSpPr/>
          <p:nvPr/>
        </p:nvSpPr>
        <p:spPr>
          <a:xfrm>
            <a:off x="6581114" y="3937330"/>
            <a:ext cx="467833" cy="467833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fr-FR" sz="1600" dirty="0"/>
              <a:t>s2</a:t>
            </a:r>
          </a:p>
        </p:txBody>
      </p:sp>
      <p:sp>
        <p:nvSpPr>
          <p:cNvPr id="14" name="Ellipse 13">
            <a:extLst>
              <a:ext uri="{FF2B5EF4-FFF2-40B4-BE49-F238E27FC236}">
                <a16:creationId xmlns:a16="http://schemas.microsoft.com/office/drawing/2014/main" id="{5438B2DD-65A7-D5A6-4E30-D8BF01E57D34}"/>
              </a:ext>
            </a:extLst>
          </p:cNvPr>
          <p:cNvSpPr/>
          <p:nvPr/>
        </p:nvSpPr>
        <p:spPr>
          <a:xfrm>
            <a:off x="5656048" y="3920767"/>
            <a:ext cx="467833" cy="467833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fr-FR" sz="1600" dirty="0"/>
              <a:t>S1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3FF0AFC-0FE4-07C5-BA85-34110FA42229}"/>
              </a:ext>
            </a:extLst>
          </p:cNvPr>
          <p:cNvSpPr/>
          <p:nvPr/>
        </p:nvSpPr>
        <p:spPr>
          <a:xfrm>
            <a:off x="4128293" y="2122041"/>
            <a:ext cx="587269" cy="510363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984137C5-2372-EA5B-9502-A7B497B20766}"/>
              </a:ext>
            </a:extLst>
          </p:cNvPr>
          <p:cNvSpPr/>
          <p:nvPr/>
        </p:nvSpPr>
        <p:spPr>
          <a:xfrm>
            <a:off x="4143713" y="3122035"/>
            <a:ext cx="587269" cy="510363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39" name="Connecteur en angle 10">
            <a:extLst>
              <a:ext uri="{FF2B5EF4-FFF2-40B4-BE49-F238E27FC236}">
                <a16:creationId xmlns:a16="http://schemas.microsoft.com/office/drawing/2014/main" id="{0E345B31-338E-2280-5794-ECBD8E70B250}"/>
              </a:ext>
            </a:extLst>
          </p:cNvPr>
          <p:cNvCxnSpPr>
            <a:cxnSpLocks/>
            <a:stCxn id="17" idx="3"/>
            <a:endCxn id="13" idx="0"/>
          </p:cNvCxnSpPr>
          <p:nvPr/>
        </p:nvCxnSpPr>
        <p:spPr>
          <a:xfrm>
            <a:off x="4715562" y="2377223"/>
            <a:ext cx="2099469" cy="1560107"/>
          </a:xfrm>
          <a:prstGeom prst="bentConnector2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eur en angle 10">
            <a:extLst>
              <a:ext uri="{FF2B5EF4-FFF2-40B4-BE49-F238E27FC236}">
                <a16:creationId xmlns:a16="http://schemas.microsoft.com/office/drawing/2014/main" id="{7A465D79-E8F2-CCE3-29B0-F0249C0C88A5}"/>
              </a:ext>
            </a:extLst>
          </p:cNvPr>
          <p:cNvCxnSpPr>
            <a:cxnSpLocks/>
            <a:stCxn id="27" idx="3"/>
            <a:endCxn id="14" idx="0"/>
          </p:cNvCxnSpPr>
          <p:nvPr/>
        </p:nvCxnSpPr>
        <p:spPr>
          <a:xfrm>
            <a:off x="4730982" y="3377217"/>
            <a:ext cx="1158983" cy="543550"/>
          </a:xfrm>
          <a:prstGeom prst="bentConnector2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ZoneTexte 46">
            <a:extLst>
              <a:ext uri="{FF2B5EF4-FFF2-40B4-BE49-F238E27FC236}">
                <a16:creationId xmlns:a16="http://schemas.microsoft.com/office/drawing/2014/main" id="{4EAF8AB6-30F9-4276-4471-3F8562D672BB}"/>
              </a:ext>
            </a:extLst>
          </p:cNvPr>
          <p:cNvSpPr txBox="1"/>
          <p:nvPr/>
        </p:nvSpPr>
        <p:spPr>
          <a:xfrm>
            <a:off x="4226055" y="1218489"/>
            <a:ext cx="3465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∑</a:t>
            </a:r>
          </a:p>
        </p:txBody>
      </p:sp>
      <p:sp>
        <p:nvSpPr>
          <p:cNvPr id="48" name="ZoneTexte 47">
            <a:extLst>
              <a:ext uri="{FF2B5EF4-FFF2-40B4-BE49-F238E27FC236}">
                <a16:creationId xmlns:a16="http://schemas.microsoft.com/office/drawing/2014/main" id="{4CE9383F-BFC5-4EE8-0FAB-840E07171D96}"/>
              </a:ext>
            </a:extLst>
          </p:cNvPr>
          <p:cNvSpPr txBox="1"/>
          <p:nvPr/>
        </p:nvSpPr>
        <p:spPr>
          <a:xfrm>
            <a:off x="4269244" y="3114949"/>
            <a:ext cx="3465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∑</a:t>
            </a:r>
          </a:p>
        </p:txBody>
      </p:sp>
      <p:sp>
        <p:nvSpPr>
          <p:cNvPr id="49" name="ZoneTexte 48">
            <a:extLst>
              <a:ext uri="{FF2B5EF4-FFF2-40B4-BE49-F238E27FC236}">
                <a16:creationId xmlns:a16="http://schemas.microsoft.com/office/drawing/2014/main" id="{E4318403-FF95-8191-B277-7E9DAE34F2E8}"/>
              </a:ext>
            </a:extLst>
          </p:cNvPr>
          <p:cNvSpPr txBox="1"/>
          <p:nvPr/>
        </p:nvSpPr>
        <p:spPr>
          <a:xfrm>
            <a:off x="4270690" y="2177406"/>
            <a:ext cx="3465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∑</a:t>
            </a: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0E5F238F-367E-A687-CC60-D25429F8E6F0}"/>
              </a:ext>
            </a:extLst>
          </p:cNvPr>
          <p:cNvSpPr txBox="1"/>
          <p:nvPr/>
        </p:nvSpPr>
        <p:spPr>
          <a:xfrm>
            <a:off x="6513505" y="740373"/>
            <a:ext cx="6030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0 / 1</a:t>
            </a:r>
          </a:p>
        </p:txBody>
      </p:sp>
      <p:sp>
        <p:nvSpPr>
          <p:cNvPr id="52" name="ZoneTexte 51">
            <a:extLst>
              <a:ext uri="{FF2B5EF4-FFF2-40B4-BE49-F238E27FC236}">
                <a16:creationId xmlns:a16="http://schemas.microsoft.com/office/drawing/2014/main" id="{D90273BB-A92E-A48F-0A16-321EC6DB8F54}"/>
              </a:ext>
            </a:extLst>
          </p:cNvPr>
          <p:cNvSpPr txBox="1"/>
          <p:nvPr/>
        </p:nvSpPr>
        <p:spPr>
          <a:xfrm>
            <a:off x="1064002" y="741391"/>
            <a:ext cx="6030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0 / 1</a:t>
            </a:r>
          </a:p>
        </p:txBody>
      </p:sp>
      <p:sp>
        <p:nvSpPr>
          <p:cNvPr id="53" name="ZoneTexte 52">
            <a:extLst>
              <a:ext uri="{FF2B5EF4-FFF2-40B4-BE49-F238E27FC236}">
                <a16:creationId xmlns:a16="http://schemas.microsoft.com/office/drawing/2014/main" id="{BAAB3AA3-0B71-52A9-4264-8CE864C562DF}"/>
              </a:ext>
            </a:extLst>
          </p:cNvPr>
          <p:cNvSpPr txBox="1"/>
          <p:nvPr/>
        </p:nvSpPr>
        <p:spPr>
          <a:xfrm>
            <a:off x="3858775" y="741391"/>
            <a:ext cx="9396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somme</a:t>
            </a:r>
          </a:p>
        </p:txBody>
      </p:sp>
      <p:sp>
        <p:nvSpPr>
          <p:cNvPr id="54" name="ZoneTexte 53">
            <a:extLst>
              <a:ext uri="{FF2B5EF4-FFF2-40B4-BE49-F238E27FC236}">
                <a16:creationId xmlns:a16="http://schemas.microsoft.com/office/drawing/2014/main" id="{86AA09F2-9C5B-8DA4-9746-A9635449D524}"/>
              </a:ext>
            </a:extLst>
          </p:cNvPr>
          <p:cNvSpPr txBox="1"/>
          <p:nvPr/>
        </p:nvSpPr>
        <p:spPr>
          <a:xfrm>
            <a:off x="4853251" y="741391"/>
            <a:ext cx="6607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seuil</a:t>
            </a:r>
          </a:p>
        </p:txBody>
      </p:sp>
      <p:sp>
        <p:nvSpPr>
          <p:cNvPr id="55" name="ZoneTexte 54">
            <a:extLst>
              <a:ext uri="{FF2B5EF4-FFF2-40B4-BE49-F238E27FC236}">
                <a16:creationId xmlns:a16="http://schemas.microsoft.com/office/drawing/2014/main" id="{81F13F09-9D55-5B45-D6C6-4B09C54E0D1E}"/>
              </a:ext>
            </a:extLst>
          </p:cNvPr>
          <p:cNvSpPr txBox="1"/>
          <p:nvPr/>
        </p:nvSpPr>
        <p:spPr>
          <a:xfrm>
            <a:off x="2883637" y="741391"/>
            <a:ext cx="8739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dirty="0"/>
              <a:t>X </a:t>
            </a:r>
            <a:r>
              <a:rPr lang="fr-FR" dirty="0"/>
              <a:t>poids</a:t>
            </a:r>
          </a:p>
        </p:txBody>
      </p:sp>
      <p:cxnSp>
        <p:nvCxnSpPr>
          <p:cNvPr id="16" name="Connecteur en angle 10">
            <a:extLst>
              <a:ext uri="{FF2B5EF4-FFF2-40B4-BE49-F238E27FC236}">
                <a16:creationId xmlns:a16="http://schemas.microsoft.com/office/drawing/2014/main" id="{2D510080-C5B9-DDD2-E5C6-E759877C3EFB}"/>
              </a:ext>
            </a:extLst>
          </p:cNvPr>
          <p:cNvCxnSpPr>
            <a:cxnSpLocks/>
            <a:stCxn id="9" idx="3"/>
            <a:endCxn id="3" idx="0"/>
          </p:cNvCxnSpPr>
          <p:nvPr/>
        </p:nvCxnSpPr>
        <p:spPr>
          <a:xfrm>
            <a:off x="4688595" y="1478019"/>
            <a:ext cx="3104107" cy="2431602"/>
          </a:xfrm>
          <a:prstGeom prst="bentConnector2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Forme libre 33">
            <a:extLst>
              <a:ext uri="{FF2B5EF4-FFF2-40B4-BE49-F238E27FC236}">
                <a16:creationId xmlns:a16="http://schemas.microsoft.com/office/drawing/2014/main" id="{AAB92076-EC75-4767-F557-6B1ADE3E1352}"/>
              </a:ext>
            </a:extLst>
          </p:cNvPr>
          <p:cNvSpPr/>
          <p:nvPr/>
        </p:nvSpPr>
        <p:spPr>
          <a:xfrm rot="16557881" flipV="1">
            <a:off x="5002989" y="1431699"/>
            <a:ext cx="574334" cy="289722"/>
          </a:xfrm>
          <a:custGeom>
            <a:avLst/>
            <a:gdLst>
              <a:gd name="csX0" fmla="*/ 112238 w 920336"/>
              <a:gd name="csY0" fmla="*/ 0 h 497502"/>
              <a:gd name="csX1" fmla="*/ 920313 w 920336"/>
              <a:gd name="csY1" fmla="*/ 159488 h 497502"/>
              <a:gd name="csX2" fmla="*/ 90973 w 920336"/>
              <a:gd name="csY2" fmla="*/ 467832 h 497502"/>
              <a:gd name="csX3" fmla="*/ 59075 w 920336"/>
              <a:gd name="csY3" fmla="*/ 467832 h 4975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920336" h="497502">
                <a:moveTo>
                  <a:pt x="112238" y="0"/>
                </a:moveTo>
                <a:cubicBezTo>
                  <a:pt x="518047" y="40758"/>
                  <a:pt x="923857" y="81516"/>
                  <a:pt x="920313" y="159488"/>
                </a:cubicBezTo>
                <a:cubicBezTo>
                  <a:pt x="916769" y="237460"/>
                  <a:pt x="234513" y="416441"/>
                  <a:pt x="90973" y="467832"/>
                </a:cubicBezTo>
                <a:cubicBezTo>
                  <a:pt x="-52567" y="519223"/>
                  <a:pt x="3254" y="493527"/>
                  <a:pt x="59075" y="467832"/>
                </a:cubicBezTo>
              </a:path>
            </a:pathLst>
          </a:cu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30" name="Forme libre 29">
            <a:extLst>
              <a:ext uri="{FF2B5EF4-FFF2-40B4-BE49-F238E27FC236}">
                <a16:creationId xmlns:a16="http://schemas.microsoft.com/office/drawing/2014/main" id="{2B0D1B1D-F9AB-C627-D258-9B1D3C6FC82A}"/>
              </a:ext>
            </a:extLst>
          </p:cNvPr>
          <p:cNvSpPr/>
          <p:nvPr/>
        </p:nvSpPr>
        <p:spPr>
          <a:xfrm rot="16557881" flipV="1">
            <a:off x="5002989" y="3238407"/>
            <a:ext cx="574334" cy="289722"/>
          </a:xfrm>
          <a:custGeom>
            <a:avLst/>
            <a:gdLst>
              <a:gd name="csX0" fmla="*/ 112238 w 920336"/>
              <a:gd name="csY0" fmla="*/ 0 h 497502"/>
              <a:gd name="csX1" fmla="*/ 920313 w 920336"/>
              <a:gd name="csY1" fmla="*/ 159488 h 497502"/>
              <a:gd name="csX2" fmla="*/ 90973 w 920336"/>
              <a:gd name="csY2" fmla="*/ 467832 h 497502"/>
              <a:gd name="csX3" fmla="*/ 59075 w 920336"/>
              <a:gd name="csY3" fmla="*/ 467832 h 4975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920336" h="497502">
                <a:moveTo>
                  <a:pt x="112238" y="0"/>
                </a:moveTo>
                <a:cubicBezTo>
                  <a:pt x="518047" y="40758"/>
                  <a:pt x="923857" y="81516"/>
                  <a:pt x="920313" y="159488"/>
                </a:cubicBezTo>
                <a:cubicBezTo>
                  <a:pt x="916769" y="237460"/>
                  <a:pt x="234513" y="416441"/>
                  <a:pt x="90973" y="467832"/>
                </a:cubicBezTo>
                <a:cubicBezTo>
                  <a:pt x="-52567" y="519223"/>
                  <a:pt x="3254" y="493527"/>
                  <a:pt x="59075" y="467832"/>
                </a:cubicBezTo>
              </a:path>
            </a:pathLst>
          </a:cu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31" name="Forme libre 30">
            <a:extLst>
              <a:ext uri="{FF2B5EF4-FFF2-40B4-BE49-F238E27FC236}">
                <a16:creationId xmlns:a16="http://schemas.microsoft.com/office/drawing/2014/main" id="{B8B6D54B-FCD8-DDFB-8E77-8E911E97EF4E}"/>
              </a:ext>
            </a:extLst>
          </p:cNvPr>
          <p:cNvSpPr/>
          <p:nvPr/>
        </p:nvSpPr>
        <p:spPr>
          <a:xfrm rot="16557881" flipV="1">
            <a:off x="5002989" y="2306223"/>
            <a:ext cx="574334" cy="289722"/>
          </a:xfrm>
          <a:custGeom>
            <a:avLst/>
            <a:gdLst>
              <a:gd name="csX0" fmla="*/ 112238 w 920336"/>
              <a:gd name="csY0" fmla="*/ 0 h 497502"/>
              <a:gd name="csX1" fmla="*/ 920313 w 920336"/>
              <a:gd name="csY1" fmla="*/ 159488 h 497502"/>
              <a:gd name="csX2" fmla="*/ 90973 w 920336"/>
              <a:gd name="csY2" fmla="*/ 467832 h 497502"/>
              <a:gd name="csX3" fmla="*/ 59075 w 920336"/>
              <a:gd name="csY3" fmla="*/ 467832 h 4975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920336" h="497502">
                <a:moveTo>
                  <a:pt x="112238" y="0"/>
                </a:moveTo>
                <a:cubicBezTo>
                  <a:pt x="518047" y="40758"/>
                  <a:pt x="923857" y="81516"/>
                  <a:pt x="920313" y="159488"/>
                </a:cubicBezTo>
                <a:cubicBezTo>
                  <a:pt x="916769" y="237460"/>
                  <a:pt x="234513" y="416441"/>
                  <a:pt x="90973" y="467832"/>
                </a:cubicBezTo>
                <a:cubicBezTo>
                  <a:pt x="-52567" y="519223"/>
                  <a:pt x="3254" y="493527"/>
                  <a:pt x="59075" y="467832"/>
                </a:cubicBezTo>
              </a:path>
            </a:pathLst>
          </a:cu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0764950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2B86EAC-284E-62EF-A1DD-75F70367B6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F90CE95-16DC-B6D8-3FDC-663FEA1936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822B6366-7D5A-A438-399A-DD90FAD966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446" y="115094"/>
            <a:ext cx="7086600" cy="3886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71939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8F86401-3D31-5798-8271-B8CBDE949B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04FBE3E-697F-4FC8-E33A-FEEA0E9DDE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F9F692F3-80D2-AD33-6E8C-BAAA2C8626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1808" y="2672269"/>
            <a:ext cx="5190392" cy="30116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5204386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165</TotalTime>
  <Words>77</Words>
  <Application>Microsoft Macintosh PowerPoint</Application>
  <PresentationFormat>Grand écran</PresentationFormat>
  <Paragraphs>50</Paragraphs>
  <Slides>5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Thème Office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LAURENT Pierre</dc:creator>
  <cp:lastModifiedBy>LAURENT Pierre</cp:lastModifiedBy>
  <cp:revision>2</cp:revision>
  <dcterms:created xsi:type="dcterms:W3CDTF">2026-10-19T19:16:11Z</dcterms:created>
  <dcterms:modified xsi:type="dcterms:W3CDTF">2026-10-20T06:57:51Z</dcterms:modified>
</cp:coreProperties>
</file>