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2"/>
    <p:restoredTop sz="94658"/>
  </p:normalViewPr>
  <p:slideViewPr>
    <p:cSldViewPr snapToGrid="0">
      <p:cViewPr varScale="1">
        <p:scale>
          <a:sx n="90" d="100"/>
          <a:sy n="90" d="100"/>
        </p:scale>
        <p:origin x="232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D4EE56-68F5-0C77-1634-236ADEC25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E57E429-26C4-24DE-489E-5629F4A89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686741-7CE5-9A02-D83D-171C16F2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3468EF-258F-13AE-386F-A37E6282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7CA7FE-4179-B335-67EB-477782D9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94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D50BB-B5F4-68F9-827C-6CCA1A55B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86BD7-16E5-F15E-2099-AAB621FC4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A82530-7118-08E8-68A9-1ED2346F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FE670D-696A-F4A3-2006-0F78B6E12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A12DA7-23A3-31F3-5E7C-E33CB8F50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04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79FC82-623D-D925-BA32-84B4261E1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61FE81-3CE1-E17A-72EB-3B604245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711E46-58A4-C592-C20A-D4B360B3F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42ACB8-8C1D-2F68-0460-D765AC6A2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E39C9B-91EF-3991-B9F2-151C2AFE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66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4D9E7B-CD66-455C-B0A8-4622E73C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5FE2B1-201B-F298-3A60-1E581D5C42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361E6C-95B5-16B8-E362-70268E7B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198751-7DBC-8121-1A72-CA3A17C2D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0D9463-BDF6-D0A1-1EB3-92924F2F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BB5A43-EA81-D463-C36B-479C02742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514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D17EE-EE8A-3FA0-1208-A0037784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E7D99C-455E-7621-B8FE-2F24E660D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9309CD5-0EC6-ED47-D9E5-8134949CD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98376A4-1EF7-AF8F-0877-0A5FC4343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886203-B64E-80C1-E281-8F2FB470E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5223FE7-BDD4-9B25-D428-3C039ED44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80095AD-7B63-8ACB-A244-A82C5BE78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471E708-C368-715A-D3D5-CE6F4CA2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4207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FC954A-AA61-40EA-0AB2-580C7FE2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C08E640-922F-E998-7258-94550E156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D4FDF6-4319-0428-ED83-4FDAF8AF9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D1687F-BF12-1148-B458-B6574EB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3995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BFA3DE-0329-8F0D-DB6B-F7A50C5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5DE94E-EBAF-20D4-2334-1BEC7F3C2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0C6228-A91F-D8F4-597B-0C48995B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0853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EB6895-4A15-79FA-E01A-468C50A9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BA0D8-F85F-BECF-170D-F54CEDEC9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30EF465-033A-82DF-0906-61C935ACF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B990B1A-9E25-6457-13A3-69BF4DEA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A3DC35-44AC-4B8D-0D86-360378F74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C1F394-B711-0877-E184-19348CC3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35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6A3A-0AB4-3A21-6651-2B315DAE1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8A67756-8E7D-8EC1-439B-0EAB9EEA037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70F8EE4-597C-276B-5C19-8ACBBA03D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2A7FB0-59E5-500F-2025-AA5D9139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1AB02C5-DF3A-C6A2-75DE-336FC37E3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096D2B-8404-D4E4-6083-0404D8A2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0647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36CDD-3BBC-8974-1611-0106ED60D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A4CEA0-2BDF-CCFF-4B76-6075F5E34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50972D-D98B-75DC-739D-116EA37E8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04D96-7840-0DA9-76CF-7758B3716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BF023F-08A0-282B-445A-1AFD6EB7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41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BC79FBB-2B00-A7E9-9D5A-4C2C60C1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1E7BD7-DBC8-595A-828F-1C99B693C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A47543-768D-4590-02B5-387D454A5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D6B665-7A2F-1CFD-E626-0BB75AA90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6BCD153-3017-7D63-C94F-7307A336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000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4CF957A-DEA0-7582-7950-E2E8E71B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C3E0F4-3E99-39A2-8221-DB97B8B40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089123-FE0D-85CC-54A2-CE4293C7D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9B2F6-DB6D-6549-8947-FBFB6C213823}" type="datetimeFigureOut">
              <a:rPr lang="fr-FR" smtClean="0"/>
              <a:t>25/10/2026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EF261F-42BB-97C2-1253-1D05C9203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5418A5-C0F0-8F0D-2C45-AD2ED6D0C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223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3272-B996-5683-3B1B-13E87A59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48B0356-D8AF-91BC-4776-6CFD486E57EE}"/>
              </a:ext>
            </a:extLst>
          </p:cNvPr>
          <p:cNvSpPr/>
          <p:nvPr/>
        </p:nvSpPr>
        <p:spPr>
          <a:xfrm>
            <a:off x="1034831" y="148859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0C6A811-A76E-702D-DA4D-1F855DE5A503}"/>
              </a:ext>
            </a:extLst>
          </p:cNvPr>
          <p:cNvSpPr/>
          <p:nvPr/>
        </p:nvSpPr>
        <p:spPr>
          <a:xfrm>
            <a:off x="1068410" y="3152165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0" name="Connecteur en angle 9">
            <a:extLst>
              <a:ext uri="{FF2B5EF4-FFF2-40B4-BE49-F238E27FC236}">
                <a16:creationId xmlns:a16="http://schemas.microsoft.com/office/drawing/2014/main" id="{9CA6DD80-A5D6-7836-356E-CBA39C4FA07C}"/>
              </a:ext>
            </a:extLst>
          </p:cNvPr>
          <p:cNvCxnSpPr>
            <a:cxnSpLocks/>
            <a:stCxn id="4" idx="6"/>
            <a:endCxn id="27" idx="1"/>
          </p:cNvCxnSpPr>
          <p:nvPr/>
        </p:nvCxnSpPr>
        <p:spPr>
          <a:xfrm>
            <a:off x="1502664" y="1722507"/>
            <a:ext cx="2641049" cy="190990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8F20B6E-FF17-0C26-B5E8-CB2436E66CD8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1502664" y="1478019"/>
            <a:ext cx="2598662" cy="24448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en angle 11">
            <a:extLst>
              <a:ext uri="{FF2B5EF4-FFF2-40B4-BE49-F238E27FC236}">
                <a16:creationId xmlns:a16="http://schemas.microsoft.com/office/drawing/2014/main" id="{C7138474-8EE5-7DB9-510B-3160319059CA}"/>
              </a:ext>
            </a:extLst>
          </p:cNvPr>
          <p:cNvCxnSpPr>
            <a:cxnSpLocks/>
            <a:stCxn id="4" idx="6"/>
            <a:endCxn id="17" idx="1"/>
          </p:cNvCxnSpPr>
          <p:nvPr/>
        </p:nvCxnSpPr>
        <p:spPr>
          <a:xfrm>
            <a:off x="1502664" y="1722507"/>
            <a:ext cx="2625629" cy="782312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en angle 18">
            <a:extLst>
              <a:ext uri="{FF2B5EF4-FFF2-40B4-BE49-F238E27FC236}">
                <a16:creationId xmlns:a16="http://schemas.microsoft.com/office/drawing/2014/main" id="{88C35BFB-A176-D46B-5690-006DC753287F}"/>
              </a:ext>
            </a:extLst>
          </p:cNvPr>
          <p:cNvCxnSpPr>
            <a:cxnSpLocks/>
            <a:stCxn id="5" idx="6"/>
            <a:endCxn id="27" idx="1"/>
          </p:cNvCxnSpPr>
          <p:nvPr/>
        </p:nvCxnSpPr>
        <p:spPr>
          <a:xfrm>
            <a:off x="1536243" y="3386082"/>
            <a:ext cx="2607470" cy="246327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A2C1C670-A064-71E4-07A8-34582C08D868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 flipV="1">
            <a:off x="1536243" y="2504819"/>
            <a:ext cx="2592050" cy="8812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1336422C-FB4A-FF57-E487-13769C12418F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536243" y="1478019"/>
            <a:ext cx="2565083" cy="190806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458876C5-7412-36D5-0398-EBB52369E711}"/>
              </a:ext>
            </a:extLst>
          </p:cNvPr>
          <p:cNvSpPr txBox="1"/>
          <p:nvPr/>
        </p:nvSpPr>
        <p:spPr>
          <a:xfrm>
            <a:off x="3047864" y="3457164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BAAD53A-8937-7125-4F09-9B4F9C6B98AD}"/>
              </a:ext>
            </a:extLst>
          </p:cNvPr>
          <p:cNvSpPr txBox="1"/>
          <p:nvPr/>
        </p:nvSpPr>
        <p:spPr>
          <a:xfrm>
            <a:off x="3031834" y="2024232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E07C2E40-8F59-5494-8461-F2E775B6E17B}"/>
              </a:ext>
            </a:extLst>
          </p:cNvPr>
          <p:cNvSpPr txBox="1"/>
          <p:nvPr/>
        </p:nvSpPr>
        <p:spPr>
          <a:xfrm>
            <a:off x="3031834" y="2416449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EF11B74F-17F1-7D95-E815-AF6652F1DB30}"/>
              </a:ext>
            </a:extLst>
          </p:cNvPr>
          <p:cNvSpPr txBox="1"/>
          <p:nvPr/>
        </p:nvSpPr>
        <p:spPr>
          <a:xfrm>
            <a:off x="3031834" y="1168509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FF5E186-1428-1DAC-7A5D-3103C7311391}"/>
              </a:ext>
            </a:extLst>
          </p:cNvPr>
          <p:cNvSpPr txBox="1"/>
          <p:nvPr/>
        </p:nvSpPr>
        <p:spPr>
          <a:xfrm>
            <a:off x="3031834" y="1623658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A95F3F2D-688F-3082-9585-C96BA1C33EFA}"/>
              </a:ext>
            </a:extLst>
          </p:cNvPr>
          <p:cNvSpPr txBox="1"/>
          <p:nvPr/>
        </p:nvSpPr>
        <p:spPr>
          <a:xfrm>
            <a:off x="3035537" y="3022919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1CC4009-725A-77A3-EEE4-667E529096F9}"/>
              </a:ext>
            </a:extLst>
          </p:cNvPr>
          <p:cNvSpPr/>
          <p:nvPr/>
        </p:nvSpPr>
        <p:spPr>
          <a:xfrm>
            <a:off x="7558785" y="403721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3FF7E1-D7CE-A97E-0830-B4FB1F034C41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7A60CF6-8702-1CEA-3E4C-4A1CD55A69CA}"/>
              </a:ext>
            </a:extLst>
          </p:cNvPr>
          <p:cNvSpPr/>
          <p:nvPr/>
        </p:nvSpPr>
        <p:spPr>
          <a:xfrm>
            <a:off x="6581114" y="406492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38B2DD-65A7-D5A6-4E30-D8BF01E57D34}"/>
              </a:ext>
            </a:extLst>
          </p:cNvPr>
          <p:cNvSpPr/>
          <p:nvPr/>
        </p:nvSpPr>
        <p:spPr>
          <a:xfrm>
            <a:off x="5656048" y="4048363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FF0AFC-0FE4-07C5-BA85-34110FA42229}"/>
              </a:ext>
            </a:extLst>
          </p:cNvPr>
          <p:cNvSpPr/>
          <p:nvPr/>
        </p:nvSpPr>
        <p:spPr>
          <a:xfrm>
            <a:off x="4128293" y="22496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4137C5-2372-EA5B-9502-A7B497B20766}"/>
              </a:ext>
            </a:extLst>
          </p:cNvPr>
          <p:cNvSpPr/>
          <p:nvPr/>
        </p:nvSpPr>
        <p:spPr>
          <a:xfrm>
            <a:off x="4143713" y="337722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en angle 10">
            <a:extLst>
              <a:ext uri="{FF2B5EF4-FFF2-40B4-BE49-F238E27FC236}">
                <a16:creationId xmlns:a16="http://schemas.microsoft.com/office/drawing/2014/main" id="{0E345B31-338E-2280-5794-ECBD8E70B250}"/>
              </a:ext>
            </a:extLst>
          </p:cNvPr>
          <p:cNvCxnSpPr>
            <a:cxnSpLocks/>
            <a:stCxn id="17" idx="3"/>
            <a:endCxn id="13" idx="0"/>
          </p:cNvCxnSpPr>
          <p:nvPr/>
        </p:nvCxnSpPr>
        <p:spPr>
          <a:xfrm>
            <a:off x="4715562" y="2504819"/>
            <a:ext cx="2099469" cy="156010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en angle 10">
            <a:extLst>
              <a:ext uri="{FF2B5EF4-FFF2-40B4-BE49-F238E27FC236}">
                <a16:creationId xmlns:a16="http://schemas.microsoft.com/office/drawing/2014/main" id="{7A465D79-E8F2-CCE3-29B0-F0249C0C88A5}"/>
              </a:ext>
            </a:extLst>
          </p:cNvPr>
          <p:cNvCxnSpPr>
            <a:cxnSpLocks/>
            <a:stCxn id="27" idx="3"/>
            <a:endCxn id="14" idx="0"/>
          </p:cNvCxnSpPr>
          <p:nvPr/>
        </p:nvCxnSpPr>
        <p:spPr>
          <a:xfrm>
            <a:off x="4730982" y="3632409"/>
            <a:ext cx="1158983" cy="41595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ZoneTexte 46">
            <a:extLst>
              <a:ext uri="{FF2B5EF4-FFF2-40B4-BE49-F238E27FC236}">
                <a16:creationId xmlns:a16="http://schemas.microsoft.com/office/drawing/2014/main" id="{4EAF8AB6-30F9-4276-4471-3F8562D672BB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CE9383F-BFC5-4EE8-0FAB-840E07171D96}"/>
              </a:ext>
            </a:extLst>
          </p:cNvPr>
          <p:cNvSpPr txBox="1"/>
          <p:nvPr/>
        </p:nvSpPr>
        <p:spPr>
          <a:xfrm>
            <a:off x="4269244" y="3370141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4318403-FF95-8191-B277-7E9DAE34F2E8}"/>
              </a:ext>
            </a:extLst>
          </p:cNvPr>
          <p:cNvSpPr txBox="1"/>
          <p:nvPr/>
        </p:nvSpPr>
        <p:spPr>
          <a:xfrm>
            <a:off x="4270690" y="230500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E5F238F-367E-A687-CC60-D25429F8E6F0}"/>
              </a:ext>
            </a:extLst>
          </p:cNvPr>
          <p:cNvSpPr txBox="1"/>
          <p:nvPr/>
        </p:nvSpPr>
        <p:spPr>
          <a:xfrm>
            <a:off x="6123881" y="74037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Sorties 0 ou 1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90273BB-A92E-A48F-0A16-321EC6DB8F54}"/>
              </a:ext>
            </a:extLst>
          </p:cNvPr>
          <p:cNvSpPr txBox="1"/>
          <p:nvPr/>
        </p:nvSpPr>
        <p:spPr>
          <a:xfrm>
            <a:off x="957193" y="740373"/>
            <a:ext cx="1632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Entrées 0  ou 1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BAAB3AA3-0B71-52A9-4264-8CE864C562DF}"/>
              </a:ext>
            </a:extLst>
          </p:cNvPr>
          <p:cNvSpPr txBox="1"/>
          <p:nvPr/>
        </p:nvSpPr>
        <p:spPr>
          <a:xfrm>
            <a:off x="3858775" y="7413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6AA09F2-9C5B-8DA4-9746-A9635449D524}"/>
              </a:ext>
            </a:extLst>
          </p:cNvPr>
          <p:cNvSpPr txBox="1"/>
          <p:nvPr/>
        </p:nvSpPr>
        <p:spPr>
          <a:xfrm>
            <a:off x="4853251" y="741391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1F13F09-9D55-5B45-D6C6-4B09C54E0D1E}"/>
              </a:ext>
            </a:extLst>
          </p:cNvPr>
          <p:cNvSpPr txBox="1"/>
          <p:nvPr/>
        </p:nvSpPr>
        <p:spPr>
          <a:xfrm>
            <a:off x="2883637" y="74139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2D510080-C5B9-DDD2-E5C6-E759877C3EFB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4688595" y="1478019"/>
            <a:ext cx="3104107" cy="255919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AAB92076-EC75-4767-F557-6B1ADE3E1352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0" name="Forme libre 29">
            <a:extLst>
              <a:ext uri="{FF2B5EF4-FFF2-40B4-BE49-F238E27FC236}">
                <a16:creationId xmlns:a16="http://schemas.microsoft.com/office/drawing/2014/main" id="{2B0D1B1D-F9AB-C627-D258-9B1D3C6FC82A}"/>
              </a:ext>
            </a:extLst>
          </p:cNvPr>
          <p:cNvSpPr/>
          <p:nvPr/>
        </p:nvSpPr>
        <p:spPr>
          <a:xfrm rot="16557881" flipV="1">
            <a:off x="5002989" y="34935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Forme libre 30">
            <a:extLst>
              <a:ext uri="{FF2B5EF4-FFF2-40B4-BE49-F238E27FC236}">
                <a16:creationId xmlns:a16="http://schemas.microsoft.com/office/drawing/2014/main" id="{B8B6D54B-FCD8-DDFB-8E77-8E911E97EF4E}"/>
              </a:ext>
            </a:extLst>
          </p:cNvPr>
          <p:cNvSpPr/>
          <p:nvPr/>
        </p:nvSpPr>
        <p:spPr>
          <a:xfrm rot="16557881" flipV="1">
            <a:off x="5002989" y="243381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D8FFAA-6021-972C-4259-5F30A79FFD11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21837E-15B4-A212-971D-51D1E65EB060}"/>
              </a:ext>
            </a:extLst>
          </p:cNvPr>
          <p:cNvSpPr/>
          <p:nvPr/>
        </p:nvSpPr>
        <p:spPr>
          <a:xfrm>
            <a:off x="2883637" y="2078807"/>
            <a:ext cx="2772411" cy="82350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D614-72B2-7E90-A06C-40EAC3A23CD1}"/>
              </a:ext>
            </a:extLst>
          </p:cNvPr>
          <p:cNvSpPr/>
          <p:nvPr/>
        </p:nvSpPr>
        <p:spPr>
          <a:xfrm>
            <a:off x="2883637" y="2964201"/>
            <a:ext cx="2847312" cy="107578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495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B168-3853-5269-ABE3-788941C3F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6188876D-91CF-45DB-3E0C-E27416640159}"/>
              </a:ext>
            </a:extLst>
          </p:cNvPr>
          <p:cNvSpPr/>
          <p:nvPr/>
        </p:nvSpPr>
        <p:spPr>
          <a:xfrm>
            <a:off x="961956" y="105994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3B518EB1-BC35-C02D-A64F-AE92CB08409F}"/>
              </a:ext>
            </a:extLst>
          </p:cNvPr>
          <p:cNvSpPr/>
          <p:nvPr/>
        </p:nvSpPr>
        <p:spPr>
          <a:xfrm>
            <a:off x="989354" y="1853756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9C27128-FFC0-1306-42BA-5E2B25B1B423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>
            <a:off x="1429789" y="1293863"/>
            <a:ext cx="2671537" cy="184156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3663E2EF-D460-641C-E1BA-800BA540E78E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457187" y="1478019"/>
            <a:ext cx="2644139" cy="609654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ZoneTexte 79">
            <a:extLst>
              <a:ext uri="{FF2B5EF4-FFF2-40B4-BE49-F238E27FC236}">
                <a16:creationId xmlns:a16="http://schemas.microsoft.com/office/drawing/2014/main" id="{41BDFD13-86A6-25FB-75C4-69FAED6B5694}"/>
              </a:ext>
            </a:extLst>
          </p:cNvPr>
          <p:cNvSpPr txBox="1"/>
          <p:nvPr/>
        </p:nvSpPr>
        <p:spPr>
          <a:xfrm>
            <a:off x="3031834" y="1168509"/>
            <a:ext cx="48442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w1  </a:t>
            </a:r>
            <a:endParaRPr lang="fr-FR" sz="2000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F6EE462-1024-7D06-1210-F80696B7AA00}"/>
              </a:ext>
            </a:extLst>
          </p:cNvPr>
          <p:cNvSpPr/>
          <p:nvPr/>
        </p:nvSpPr>
        <p:spPr>
          <a:xfrm>
            <a:off x="8295640" y="1218099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74FD60-D35D-EE5D-0538-0D2493667C74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B9C1933E-3E1E-AD74-FA96-1FE487E0D7EE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BE71320-9033-0F85-6C2C-EA3C6044076F}"/>
              </a:ext>
            </a:extLst>
          </p:cNvPr>
          <p:cNvSpPr txBox="1"/>
          <p:nvPr/>
        </p:nvSpPr>
        <p:spPr>
          <a:xfrm>
            <a:off x="8088273" y="652732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sortie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BDF0BFD9-3BB3-4B63-5F99-6B3C8BAA4D9C}"/>
              </a:ext>
            </a:extLst>
          </p:cNvPr>
          <p:cNvSpPr txBox="1"/>
          <p:nvPr/>
        </p:nvSpPr>
        <p:spPr>
          <a:xfrm>
            <a:off x="723595" y="603783"/>
            <a:ext cx="944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Entrées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24F90893-D37D-27D4-C194-163B8B3169BA}"/>
              </a:ext>
            </a:extLst>
          </p:cNvPr>
          <p:cNvSpPr txBox="1"/>
          <p:nvPr/>
        </p:nvSpPr>
        <p:spPr>
          <a:xfrm>
            <a:off x="3858775" y="613286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CB2523D-4C88-20A9-03E7-39DE8276260D}"/>
              </a:ext>
            </a:extLst>
          </p:cNvPr>
          <p:cNvSpPr txBox="1"/>
          <p:nvPr/>
        </p:nvSpPr>
        <p:spPr>
          <a:xfrm>
            <a:off x="4853251" y="613286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5197A22A-D37C-F759-10B1-0BF5077E42BE}"/>
              </a:ext>
            </a:extLst>
          </p:cNvPr>
          <p:cNvSpPr txBox="1"/>
          <p:nvPr/>
        </p:nvSpPr>
        <p:spPr>
          <a:xfrm>
            <a:off x="2883637" y="613286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305ECF67-80B0-2700-518D-12107D365785}"/>
              </a:ext>
            </a:extLst>
          </p:cNvPr>
          <p:cNvCxnSpPr>
            <a:cxnSpLocks/>
            <a:stCxn id="9" idx="3"/>
            <a:endCxn id="41" idx="1"/>
          </p:cNvCxnSpPr>
          <p:nvPr/>
        </p:nvCxnSpPr>
        <p:spPr>
          <a:xfrm flipV="1">
            <a:off x="4688595" y="1469573"/>
            <a:ext cx="1407405" cy="844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E1C3803F-FCEA-6E6D-708D-96ADC5F9C009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E303F2-80A5-330F-722A-52DC648F0D3B}"/>
              </a:ext>
            </a:extLst>
          </p:cNvPr>
          <p:cNvSpPr/>
          <p:nvPr/>
        </p:nvSpPr>
        <p:spPr>
          <a:xfrm>
            <a:off x="2883638" y="1117809"/>
            <a:ext cx="2772410" cy="816373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C3C52E5-EC90-9BC2-809D-09F56F055355}"/>
              </a:ext>
            </a:extLst>
          </p:cNvPr>
          <p:cNvSpPr txBox="1"/>
          <p:nvPr/>
        </p:nvSpPr>
        <p:spPr>
          <a:xfrm>
            <a:off x="3031834" y="1513559"/>
            <a:ext cx="44755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w2 </a:t>
            </a:r>
            <a:endParaRPr lang="fr-FR" sz="2000" dirty="0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3917DA11-396F-C47C-4A82-E49EACE7FED7}"/>
              </a:ext>
            </a:extLst>
          </p:cNvPr>
          <p:cNvSpPr/>
          <p:nvPr/>
        </p:nvSpPr>
        <p:spPr>
          <a:xfrm>
            <a:off x="9811917" y="1182083"/>
            <a:ext cx="467833" cy="467833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O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B14AABB2-03CB-48C9-2B39-22C9940BE4F4}"/>
              </a:ext>
            </a:extLst>
          </p:cNvPr>
          <p:cNvSpPr txBox="1"/>
          <p:nvPr/>
        </p:nvSpPr>
        <p:spPr>
          <a:xfrm>
            <a:off x="9555955" y="627647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Objectif</a:t>
            </a:r>
          </a:p>
        </p:txBody>
      </p:sp>
      <p:sp>
        <p:nvSpPr>
          <p:cNvPr id="35" name="Forme libre 34">
            <a:extLst>
              <a:ext uri="{FF2B5EF4-FFF2-40B4-BE49-F238E27FC236}">
                <a16:creationId xmlns:a16="http://schemas.microsoft.com/office/drawing/2014/main" id="{3D65CBDB-372B-F758-97E6-E8150F859186}"/>
              </a:ext>
            </a:extLst>
          </p:cNvPr>
          <p:cNvSpPr/>
          <p:nvPr/>
        </p:nvSpPr>
        <p:spPr>
          <a:xfrm>
            <a:off x="8782495" y="1120601"/>
            <a:ext cx="988828" cy="782795"/>
          </a:xfrm>
          <a:custGeom>
            <a:avLst/>
            <a:gdLst>
              <a:gd name="csX0" fmla="*/ 0 w 988828"/>
              <a:gd name="csY0" fmla="*/ 325427 h 782795"/>
              <a:gd name="csX1" fmla="*/ 159489 w 988828"/>
              <a:gd name="csY1" fmla="*/ 17083 h 782795"/>
              <a:gd name="csX2" fmla="*/ 255182 w 988828"/>
              <a:gd name="csY2" fmla="*/ 782627 h 782795"/>
              <a:gd name="csX3" fmla="*/ 382772 w 988828"/>
              <a:gd name="csY3" fmla="*/ 91511 h 782795"/>
              <a:gd name="csX4" fmla="*/ 531628 w 988828"/>
              <a:gd name="csY4" fmla="*/ 612506 h 782795"/>
              <a:gd name="csX5" fmla="*/ 627321 w 988828"/>
              <a:gd name="csY5" fmla="*/ 38348 h 782795"/>
              <a:gd name="csX6" fmla="*/ 754912 w 988828"/>
              <a:gd name="csY6" fmla="*/ 686934 h 782795"/>
              <a:gd name="csX7" fmla="*/ 797442 w 988828"/>
              <a:gd name="csY7" fmla="*/ 27715 h 782795"/>
              <a:gd name="csX8" fmla="*/ 988828 w 988828"/>
              <a:gd name="csY8" fmla="*/ 250999 h 7827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988828" h="782795" extrusionOk="0">
                <a:moveTo>
                  <a:pt x="0" y="325427"/>
                </a:moveTo>
                <a:cubicBezTo>
                  <a:pt x="38676" y="120940"/>
                  <a:pt x="94018" y="-50507"/>
                  <a:pt x="159489" y="17083"/>
                </a:cubicBezTo>
                <a:cubicBezTo>
                  <a:pt x="211839" y="95350"/>
                  <a:pt x="216828" y="770258"/>
                  <a:pt x="255182" y="782627"/>
                </a:cubicBezTo>
                <a:cubicBezTo>
                  <a:pt x="282368" y="804825"/>
                  <a:pt x="334309" y="133068"/>
                  <a:pt x="382772" y="91511"/>
                </a:cubicBezTo>
                <a:cubicBezTo>
                  <a:pt x="419905" y="58266"/>
                  <a:pt x="499172" y="625333"/>
                  <a:pt x="531628" y="612506"/>
                </a:cubicBezTo>
                <a:cubicBezTo>
                  <a:pt x="573688" y="603800"/>
                  <a:pt x="594623" y="16650"/>
                  <a:pt x="627321" y="38348"/>
                </a:cubicBezTo>
                <a:cubicBezTo>
                  <a:pt x="663369" y="50574"/>
                  <a:pt x="723424" y="691657"/>
                  <a:pt x="754912" y="686934"/>
                </a:cubicBezTo>
                <a:cubicBezTo>
                  <a:pt x="781952" y="672637"/>
                  <a:pt x="755676" y="104235"/>
                  <a:pt x="797442" y="27715"/>
                </a:cubicBezTo>
                <a:cubicBezTo>
                  <a:pt x="841558" y="-42069"/>
                  <a:pt x="960891" y="186249"/>
                  <a:pt x="988828" y="25099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988828"/>
                      <a:gd name="csY0" fmla="*/ 325427 h 782795"/>
                      <a:gd name="csX1" fmla="*/ 159489 w 988828"/>
                      <a:gd name="csY1" fmla="*/ 17083 h 782795"/>
                      <a:gd name="csX2" fmla="*/ 255182 w 988828"/>
                      <a:gd name="csY2" fmla="*/ 782627 h 782795"/>
                      <a:gd name="csX3" fmla="*/ 382772 w 988828"/>
                      <a:gd name="csY3" fmla="*/ 91511 h 782795"/>
                      <a:gd name="csX4" fmla="*/ 531628 w 988828"/>
                      <a:gd name="csY4" fmla="*/ 612506 h 782795"/>
                      <a:gd name="csX5" fmla="*/ 627321 w 988828"/>
                      <a:gd name="csY5" fmla="*/ 38348 h 782795"/>
                      <a:gd name="csX6" fmla="*/ 754912 w 988828"/>
                      <a:gd name="csY6" fmla="*/ 686934 h 782795"/>
                      <a:gd name="csX7" fmla="*/ 797442 w 988828"/>
                      <a:gd name="csY7" fmla="*/ 27715 h 782795"/>
                      <a:gd name="csX8" fmla="*/ 988828 w 988828"/>
                      <a:gd name="csY8" fmla="*/ 250999 h 7827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988828" h="782795">
                        <a:moveTo>
                          <a:pt x="0" y="325427"/>
                        </a:moveTo>
                        <a:cubicBezTo>
                          <a:pt x="58479" y="133155"/>
                          <a:pt x="116959" y="-59117"/>
                          <a:pt x="159489" y="17083"/>
                        </a:cubicBezTo>
                        <a:cubicBezTo>
                          <a:pt x="202019" y="93283"/>
                          <a:pt x="217968" y="770222"/>
                          <a:pt x="255182" y="782627"/>
                        </a:cubicBezTo>
                        <a:cubicBezTo>
                          <a:pt x="292396" y="795032"/>
                          <a:pt x="336698" y="119864"/>
                          <a:pt x="382772" y="91511"/>
                        </a:cubicBezTo>
                        <a:cubicBezTo>
                          <a:pt x="428846" y="63158"/>
                          <a:pt x="490870" y="621366"/>
                          <a:pt x="531628" y="612506"/>
                        </a:cubicBezTo>
                        <a:cubicBezTo>
                          <a:pt x="572386" y="603646"/>
                          <a:pt x="590107" y="25943"/>
                          <a:pt x="627321" y="38348"/>
                        </a:cubicBezTo>
                        <a:cubicBezTo>
                          <a:pt x="664535" y="50753"/>
                          <a:pt x="726559" y="688706"/>
                          <a:pt x="754912" y="686934"/>
                        </a:cubicBezTo>
                        <a:cubicBezTo>
                          <a:pt x="783265" y="685162"/>
                          <a:pt x="758456" y="100371"/>
                          <a:pt x="797442" y="27715"/>
                        </a:cubicBezTo>
                        <a:cubicBezTo>
                          <a:pt x="836428" y="-44941"/>
                          <a:pt x="942754" y="181888"/>
                          <a:pt x="988828" y="250999"/>
                        </a:cubicBez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6C9E5668-1488-091E-7E89-DC3C4978B0B8}"/>
              </a:ext>
            </a:extLst>
          </p:cNvPr>
          <p:cNvSpPr txBox="1"/>
          <p:nvPr/>
        </p:nvSpPr>
        <p:spPr>
          <a:xfrm>
            <a:off x="5068315" y="1218218"/>
            <a:ext cx="30809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s </a:t>
            </a:r>
            <a:endParaRPr lang="fr-FR" sz="2000" dirty="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0F51C727-68E5-EE58-7747-279DA022F8DE}"/>
              </a:ext>
            </a:extLst>
          </p:cNvPr>
          <p:cNvSpPr txBox="1"/>
          <p:nvPr/>
        </p:nvSpPr>
        <p:spPr>
          <a:xfrm>
            <a:off x="6272547" y="1187711"/>
            <a:ext cx="1089722" cy="5232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1400" dirty="0"/>
              <a:t>Fonction </a:t>
            </a:r>
            <a:br>
              <a:rPr lang="fr-FR" sz="1400" dirty="0"/>
            </a:br>
            <a:r>
              <a:rPr lang="fr-FR" sz="1400" dirty="0"/>
              <a:t>d’activation</a:t>
            </a:r>
          </a:p>
        </p:txBody>
      </p:sp>
      <p:sp>
        <p:nvSpPr>
          <p:cNvPr id="41" name="Accolade ouvrante 40">
            <a:extLst>
              <a:ext uri="{FF2B5EF4-FFF2-40B4-BE49-F238E27FC236}">
                <a16:creationId xmlns:a16="http://schemas.microsoft.com/office/drawing/2014/main" id="{99726E9F-9780-0510-5C2F-9A3BF4E51762}"/>
              </a:ext>
            </a:extLst>
          </p:cNvPr>
          <p:cNvSpPr/>
          <p:nvPr/>
        </p:nvSpPr>
        <p:spPr>
          <a:xfrm>
            <a:off x="6096000" y="1117809"/>
            <a:ext cx="198474" cy="703527"/>
          </a:xfrm>
          <a:prstGeom prst="lef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Accolade fermante 43">
            <a:extLst>
              <a:ext uri="{FF2B5EF4-FFF2-40B4-BE49-F238E27FC236}">
                <a16:creationId xmlns:a16="http://schemas.microsoft.com/office/drawing/2014/main" id="{740F0470-DC39-1F42-9AFA-CD404DAD67EB}"/>
              </a:ext>
            </a:extLst>
          </p:cNvPr>
          <p:cNvSpPr/>
          <p:nvPr/>
        </p:nvSpPr>
        <p:spPr>
          <a:xfrm>
            <a:off x="7330370" y="1059946"/>
            <a:ext cx="197481" cy="793810"/>
          </a:xfrm>
          <a:prstGeom prst="rightBrac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20A07D-8365-2A26-963B-272B488BA958}"/>
              </a:ext>
            </a:extLst>
          </p:cNvPr>
          <p:cNvCxnSpPr>
            <a:stCxn id="44" idx="1"/>
            <a:endCxn id="3" idx="2"/>
          </p:cNvCxnSpPr>
          <p:nvPr/>
        </p:nvCxnSpPr>
        <p:spPr>
          <a:xfrm flipV="1">
            <a:off x="7527851" y="1452016"/>
            <a:ext cx="767789" cy="4835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01F4BE66-5511-B225-8E11-67F6F5A9E6A1}"/>
              </a:ext>
            </a:extLst>
          </p:cNvPr>
          <p:cNvSpPr txBox="1"/>
          <p:nvPr/>
        </p:nvSpPr>
        <p:spPr>
          <a:xfrm>
            <a:off x="8688344" y="2070098"/>
            <a:ext cx="1357488" cy="307777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1400" dirty="0"/>
              <a:t>apprentissage  </a:t>
            </a:r>
            <a:endParaRPr lang="fr-FR" sz="2000" dirty="0"/>
          </a:p>
        </p:txBody>
      </p:sp>
      <p:cxnSp>
        <p:nvCxnSpPr>
          <p:cNvPr id="62" name="Connecteur en angle 61">
            <a:extLst>
              <a:ext uri="{FF2B5EF4-FFF2-40B4-BE49-F238E27FC236}">
                <a16:creationId xmlns:a16="http://schemas.microsoft.com/office/drawing/2014/main" id="{4859D3E4-1B7E-0A99-0285-320127233248}"/>
              </a:ext>
            </a:extLst>
          </p:cNvPr>
          <p:cNvCxnSpPr>
            <a:cxnSpLocks/>
            <a:stCxn id="60" idx="2"/>
            <a:endCxn id="2" idx="2"/>
          </p:cNvCxnSpPr>
          <p:nvPr/>
        </p:nvCxnSpPr>
        <p:spPr>
          <a:xfrm rot="5400000" flipH="1">
            <a:off x="6596619" y="-392593"/>
            <a:ext cx="443693" cy="5097245"/>
          </a:xfrm>
          <a:prstGeom prst="bentConnector3">
            <a:avLst>
              <a:gd name="adj1" fmla="val -51522"/>
            </a:avLst>
          </a:prstGeom>
          <a:ln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6" name="Image 65">
            <a:extLst>
              <a:ext uri="{FF2B5EF4-FFF2-40B4-BE49-F238E27FC236}">
                <a16:creationId xmlns:a16="http://schemas.microsoft.com/office/drawing/2014/main" id="{D40F3C90-5F79-4E45-F610-0C5B03A52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432" y="3289995"/>
            <a:ext cx="7772400" cy="194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366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D91E3C53-8C18-E4B8-2C1B-41D54828848D}"/>
              </a:ext>
            </a:extLst>
          </p:cNvPr>
          <p:cNvSpPr/>
          <p:nvPr/>
        </p:nvSpPr>
        <p:spPr>
          <a:xfrm>
            <a:off x="3462338" y="223700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FC181F5-CC98-03A8-C9AE-41434A5B6615}"/>
              </a:ext>
            </a:extLst>
          </p:cNvPr>
          <p:cNvSpPr/>
          <p:nvPr/>
        </p:nvSpPr>
        <p:spPr>
          <a:xfrm>
            <a:off x="3497644" y="3037881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b0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44181EC-568A-357B-0563-3C889EC83BA9}"/>
              </a:ext>
            </a:extLst>
          </p:cNvPr>
          <p:cNvSpPr/>
          <p:nvPr/>
        </p:nvSpPr>
        <p:spPr>
          <a:xfrm>
            <a:off x="4427040" y="5019145"/>
            <a:ext cx="467833" cy="498894"/>
          </a:xfrm>
          <a:prstGeom prst="ellipse">
            <a:avLst/>
          </a:prstGeom>
          <a:solidFill>
            <a:srgbClr val="00B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75EE211-43AE-E148-F80A-F868FC23E2E3}"/>
              </a:ext>
            </a:extLst>
          </p:cNvPr>
          <p:cNvSpPr/>
          <p:nvPr/>
        </p:nvSpPr>
        <p:spPr>
          <a:xfrm>
            <a:off x="5486726" y="5051603"/>
            <a:ext cx="467833" cy="498894"/>
          </a:xfrm>
          <a:prstGeom prst="ellipse">
            <a:avLst/>
          </a:prstGeom>
          <a:solidFill>
            <a:srgbClr val="FFC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37C30E5-9C78-6066-2E9D-0D14478F4A99}"/>
              </a:ext>
            </a:extLst>
          </p:cNvPr>
          <p:cNvSpPr/>
          <p:nvPr/>
        </p:nvSpPr>
        <p:spPr>
          <a:xfrm>
            <a:off x="6460501" y="5019145"/>
            <a:ext cx="467833" cy="498894"/>
          </a:xfrm>
          <a:prstGeom prst="ellipse">
            <a:avLst/>
          </a:prstGeom>
          <a:solidFill>
            <a:srgbClr val="FF0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en angle 9">
            <a:extLst>
              <a:ext uri="{FF2B5EF4-FFF2-40B4-BE49-F238E27FC236}">
                <a16:creationId xmlns:a16="http://schemas.microsoft.com/office/drawing/2014/main" id="{7D48F73A-1E69-2F85-C951-6B278F7C60E4}"/>
              </a:ext>
            </a:extLst>
          </p:cNvPr>
          <p:cNvCxnSpPr>
            <a:cxnSpLocks/>
            <a:stCxn id="4" idx="6"/>
            <a:endCxn id="54" idx="0"/>
          </p:cNvCxnSpPr>
          <p:nvPr/>
        </p:nvCxnSpPr>
        <p:spPr>
          <a:xfrm>
            <a:off x="3930171" y="2470924"/>
            <a:ext cx="1769233" cy="152326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1">
            <a:extLst>
              <a:ext uri="{FF2B5EF4-FFF2-40B4-BE49-F238E27FC236}">
                <a16:creationId xmlns:a16="http://schemas.microsoft.com/office/drawing/2014/main" id="{BD5DA669-941F-9688-6E2B-BFD8FCE40449}"/>
              </a:ext>
            </a:extLst>
          </p:cNvPr>
          <p:cNvCxnSpPr>
            <a:cxnSpLocks/>
            <a:stCxn id="4" idx="7"/>
            <a:endCxn id="49" idx="0"/>
          </p:cNvCxnSpPr>
          <p:nvPr/>
        </p:nvCxnSpPr>
        <p:spPr>
          <a:xfrm rot="16200000" flipH="1">
            <a:off x="4424163" y="1743015"/>
            <a:ext cx="1698008" cy="2823018"/>
          </a:xfrm>
          <a:prstGeom prst="bentConnector3">
            <a:avLst>
              <a:gd name="adj1" fmla="val 2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en angle 24">
            <a:extLst>
              <a:ext uri="{FF2B5EF4-FFF2-40B4-BE49-F238E27FC236}">
                <a16:creationId xmlns:a16="http://schemas.microsoft.com/office/drawing/2014/main" id="{21C4E9B7-8101-97BA-A2F0-941803022923}"/>
              </a:ext>
            </a:extLst>
          </p:cNvPr>
          <p:cNvCxnSpPr>
            <a:cxnSpLocks/>
            <a:stCxn id="5" idx="7"/>
            <a:endCxn id="49" idx="0"/>
          </p:cNvCxnSpPr>
          <p:nvPr/>
        </p:nvCxnSpPr>
        <p:spPr>
          <a:xfrm rot="16200000" flipH="1">
            <a:off x="4842253" y="2161105"/>
            <a:ext cx="897134" cy="2787712"/>
          </a:xfrm>
          <a:prstGeom prst="bentConnector3">
            <a:avLst>
              <a:gd name="adj1" fmla="val 39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BA3CD5CB-4589-9DB8-7253-A0EEA4208ED6}"/>
              </a:ext>
            </a:extLst>
          </p:cNvPr>
          <p:cNvGrpSpPr/>
          <p:nvPr/>
        </p:nvGrpSpPr>
        <p:grpSpPr>
          <a:xfrm>
            <a:off x="4088528" y="4568549"/>
            <a:ext cx="4845726" cy="574334"/>
            <a:chOff x="4073236" y="3882289"/>
            <a:chExt cx="4845726" cy="574334"/>
          </a:xfrm>
        </p:grpSpPr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253AF414-CC8B-5FFB-18C1-6D7658DB5B0D}"/>
                </a:ext>
              </a:extLst>
            </p:cNvPr>
            <p:cNvCxnSpPr>
              <a:cxnSpLocks/>
            </p:cNvCxnSpPr>
            <p:nvPr/>
          </p:nvCxnSpPr>
          <p:spPr>
            <a:xfrm>
              <a:off x="4073236" y="4156364"/>
              <a:ext cx="3990109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orme libre 32">
              <a:extLst>
                <a:ext uri="{FF2B5EF4-FFF2-40B4-BE49-F238E27FC236}">
                  <a16:creationId xmlns:a16="http://schemas.microsoft.com/office/drawing/2014/main" id="{D0C5F0D0-6017-6C2F-E040-CD482B43094D}"/>
                </a:ext>
              </a:extLst>
            </p:cNvPr>
            <p:cNvSpPr/>
            <p:nvPr/>
          </p:nvSpPr>
          <p:spPr>
            <a:xfrm rot="16557881" flipV="1">
              <a:off x="7425856" y="4024595"/>
              <a:ext cx="574334" cy="289722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47074316-4440-F259-9431-28CBF5F83AA1}"/>
                </a:ext>
              </a:extLst>
            </p:cNvPr>
            <p:cNvSpPr txBox="1"/>
            <p:nvPr/>
          </p:nvSpPr>
          <p:spPr>
            <a:xfrm>
              <a:off x="8258204" y="3984790"/>
              <a:ext cx="660758" cy="369332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fr-FR" dirty="0"/>
                <a:t>seuil</a:t>
              </a: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2CAA1394-16C3-21EB-5649-A99F63BE4C22}"/>
              </a:ext>
            </a:extLst>
          </p:cNvPr>
          <p:cNvGrpSpPr/>
          <p:nvPr/>
        </p:nvGrpSpPr>
        <p:grpSpPr>
          <a:xfrm>
            <a:off x="6386662" y="4003528"/>
            <a:ext cx="587269" cy="514711"/>
            <a:chOff x="4101326" y="1218489"/>
            <a:chExt cx="587269" cy="51471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70E4759-F068-0F98-62E7-C6681A08E1C0}"/>
                </a:ext>
              </a:extLst>
            </p:cNvPr>
            <p:cNvSpPr/>
            <p:nvPr/>
          </p:nvSpPr>
          <p:spPr>
            <a:xfrm>
              <a:off x="4101326" y="1222837"/>
              <a:ext cx="587269" cy="5103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6E666F9-140F-5AF1-0885-70C74385DDE7}"/>
                </a:ext>
              </a:extLst>
            </p:cNvPr>
            <p:cNvSpPr txBox="1"/>
            <p:nvPr/>
          </p:nvSpPr>
          <p:spPr>
            <a:xfrm>
              <a:off x="4226055" y="121848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056DA3E-4F01-C52A-8968-0A0610818791}"/>
              </a:ext>
            </a:extLst>
          </p:cNvPr>
          <p:cNvGrpSpPr/>
          <p:nvPr/>
        </p:nvGrpSpPr>
        <p:grpSpPr>
          <a:xfrm>
            <a:off x="4362796" y="4026615"/>
            <a:ext cx="587269" cy="517449"/>
            <a:chOff x="4143713" y="3114949"/>
            <a:chExt cx="587269" cy="51744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B5D6F6F-1CE8-6585-C5E9-942883B5433A}"/>
                </a:ext>
              </a:extLst>
            </p:cNvPr>
            <p:cNvSpPr/>
            <p:nvPr/>
          </p:nvSpPr>
          <p:spPr>
            <a:xfrm>
              <a:off x="4143713" y="3122035"/>
              <a:ext cx="587269" cy="510363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B226B694-B6BF-A022-E3AC-DE1015951B63}"/>
                </a:ext>
              </a:extLst>
            </p:cNvPr>
            <p:cNvSpPr txBox="1"/>
            <p:nvPr/>
          </p:nvSpPr>
          <p:spPr>
            <a:xfrm>
              <a:off x="4269244" y="311494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2A48B22D-5982-F12E-C1FA-BA6B46462EF3}"/>
              </a:ext>
            </a:extLst>
          </p:cNvPr>
          <p:cNvGrpSpPr/>
          <p:nvPr/>
        </p:nvGrpSpPr>
        <p:grpSpPr>
          <a:xfrm>
            <a:off x="5405769" y="3994185"/>
            <a:ext cx="587269" cy="517030"/>
            <a:chOff x="4128293" y="2122041"/>
            <a:chExt cx="587269" cy="51703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678672B-B050-85EF-8ACF-29A72F5DE13E}"/>
                </a:ext>
              </a:extLst>
            </p:cNvPr>
            <p:cNvSpPr/>
            <p:nvPr/>
          </p:nvSpPr>
          <p:spPr>
            <a:xfrm>
              <a:off x="4128293" y="2122041"/>
              <a:ext cx="587269" cy="51036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DB1F5641-B7E7-D370-5726-3CDDC5E15206}"/>
                </a:ext>
              </a:extLst>
            </p:cNvPr>
            <p:cNvSpPr txBox="1"/>
            <p:nvPr/>
          </p:nvSpPr>
          <p:spPr>
            <a:xfrm>
              <a:off x="4270690" y="2177406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cxnSp>
        <p:nvCxnSpPr>
          <p:cNvPr id="77" name="Connecteur en angle 9">
            <a:extLst>
              <a:ext uri="{FF2B5EF4-FFF2-40B4-BE49-F238E27FC236}">
                <a16:creationId xmlns:a16="http://schemas.microsoft.com/office/drawing/2014/main" id="{A161E7F9-B2DA-61E6-1D02-F87C5D9AA3DB}"/>
              </a:ext>
            </a:extLst>
          </p:cNvPr>
          <p:cNvCxnSpPr>
            <a:cxnSpLocks/>
            <a:stCxn id="4" idx="5"/>
            <a:endCxn id="52" idx="0"/>
          </p:cNvCxnSpPr>
          <p:nvPr/>
        </p:nvCxnSpPr>
        <p:spPr>
          <a:xfrm rot="16200000" flipH="1">
            <a:off x="3566491" y="2931494"/>
            <a:ext cx="1390288" cy="799954"/>
          </a:xfrm>
          <a:prstGeom prst="bentConnector3">
            <a:avLst>
              <a:gd name="adj1" fmla="val -133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35D0D711-8A31-4A79-2671-D7D0D00DE927}"/>
              </a:ext>
            </a:extLst>
          </p:cNvPr>
          <p:cNvSpPr txBox="1"/>
          <p:nvPr/>
        </p:nvSpPr>
        <p:spPr>
          <a:xfrm>
            <a:off x="4339995" y="2557841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FE2431A-4425-FCE8-6E75-560D35A67ED9}"/>
              </a:ext>
            </a:extLst>
          </p:cNvPr>
          <p:cNvSpPr txBox="1"/>
          <p:nvPr/>
        </p:nvSpPr>
        <p:spPr>
          <a:xfrm>
            <a:off x="5310706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BFAC1AF-1AC1-7E65-564B-82D6654DB6B2}"/>
              </a:ext>
            </a:extLst>
          </p:cNvPr>
          <p:cNvSpPr txBox="1"/>
          <p:nvPr/>
        </p:nvSpPr>
        <p:spPr>
          <a:xfrm>
            <a:off x="6303968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cxnSp>
        <p:nvCxnSpPr>
          <p:cNvPr id="81" name="Connecteur en angle 24">
            <a:extLst>
              <a:ext uri="{FF2B5EF4-FFF2-40B4-BE49-F238E27FC236}">
                <a16:creationId xmlns:a16="http://schemas.microsoft.com/office/drawing/2014/main" id="{C3E7E33A-EAAD-8C70-FE78-085C1E634607}"/>
              </a:ext>
            </a:extLst>
          </p:cNvPr>
          <p:cNvCxnSpPr>
            <a:cxnSpLocks/>
            <a:stCxn id="5" idx="6"/>
            <a:endCxn id="54" idx="0"/>
          </p:cNvCxnSpPr>
          <p:nvPr/>
        </p:nvCxnSpPr>
        <p:spPr>
          <a:xfrm>
            <a:off x="3965477" y="3271798"/>
            <a:ext cx="1733927" cy="72238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en angle 24">
            <a:extLst>
              <a:ext uri="{FF2B5EF4-FFF2-40B4-BE49-F238E27FC236}">
                <a16:creationId xmlns:a16="http://schemas.microsoft.com/office/drawing/2014/main" id="{12E4FA22-DE1A-F03E-FD3D-235662299681}"/>
              </a:ext>
            </a:extLst>
          </p:cNvPr>
          <p:cNvCxnSpPr>
            <a:cxnSpLocks/>
            <a:stCxn id="5" idx="5"/>
            <a:endCxn id="52" idx="0"/>
          </p:cNvCxnSpPr>
          <p:nvPr/>
        </p:nvCxnSpPr>
        <p:spPr>
          <a:xfrm rot="16200000" flipH="1">
            <a:off x="3984581" y="3349584"/>
            <a:ext cx="589414" cy="764648"/>
          </a:xfrm>
          <a:prstGeom prst="bentConnector3">
            <a:avLst>
              <a:gd name="adj1" fmla="val 8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538E3529-8069-931A-2918-16DDF8200067}"/>
              </a:ext>
            </a:extLst>
          </p:cNvPr>
          <p:cNvSpPr txBox="1"/>
          <p:nvPr/>
        </p:nvSpPr>
        <p:spPr>
          <a:xfrm>
            <a:off x="4364648" y="3479327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FE6558D-AD5F-040D-C2FF-81501DBCE41B}"/>
              </a:ext>
            </a:extLst>
          </p:cNvPr>
          <p:cNvSpPr txBox="1"/>
          <p:nvPr/>
        </p:nvSpPr>
        <p:spPr>
          <a:xfrm>
            <a:off x="5349236" y="3414776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27DF9C2-E56F-A455-3D6C-707CD8718295}"/>
              </a:ext>
            </a:extLst>
          </p:cNvPr>
          <p:cNvSpPr txBox="1"/>
          <p:nvPr/>
        </p:nvSpPr>
        <p:spPr>
          <a:xfrm>
            <a:off x="6340880" y="3397239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8954D60D-B53F-4DEC-ECF3-EC87FD125A0E}"/>
              </a:ext>
            </a:extLst>
          </p:cNvPr>
          <p:cNvCxnSpPr>
            <a:stCxn id="52" idx="2"/>
            <a:endCxn id="6" idx="0"/>
          </p:cNvCxnSpPr>
          <p:nvPr/>
        </p:nvCxnSpPr>
        <p:spPr>
          <a:xfrm flipH="1">
            <a:off x="4660957" y="4488280"/>
            <a:ext cx="655" cy="5308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>
            <a:extLst>
              <a:ext uri="{FF2B5EF4-FFF2-40B4-BE49-F238E27FC236}">
                <a16:creationId xmlns:a16="http://schemas.microsoft.com/office/drawing/2014/main" id="{435AAAD7-0271-61F0-52A2-FD59FA8F0A8A}"/>
              </a:ext>
            </a:extLst>
          </p:cNvPr>
          <p:cNvCxnSpPr>
            <a:cxnSpLocks/>
            <a:stCxn id="55" idx="2"/>
            <a:endCxn id="7" idx="0"/>
          </p:cNvCxnSpPr>
          <p:nvPr/>
        </p:nvCxnSpPr>
        <p:spPr>
          <a:xfrm flipH="1">
            <a:off x="5720643" y="4511215"/>
            <a:ext cx="808" cy="540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7BCB47FE-A96F-A779-8CFA-879569F7F58B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>
            <a:off x="6680297" y="4518239"/>
            <a:ext cx="14121" cy="500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FA3DB61-34CB-06DB-6755-BC10F0F1685A}"/>
              </a:ext>
            </a:extLst>
          </p:cNvPr>
          <p:cNvSpPr/>
          <p:nvPr/>
        </p:nvSpPr>
        <p:spPr>
          <a:xfrm rot="5400000">
            <a:off x="5444907" y="3011597"/>
            <a:ext cx="2464938" cy="749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CAD147-9CAF-FE57-2B27-09706974D2B6}"/>
              </a:ext>
            </a:extLst>
          </p:cNvPr>
          <p:cNvSpPr/>
          <p:nvPr/>
        </p:nvSpPr>
        <p:spPr>
          <a:xfrm rot="5400000">
            <a:off x="4461271" y="3028425"/>
            <a:ext cx="2464938" cy="74938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B9796-0583-CB9C-1EFA-167F88A7FC23}"/>
              </a:ext>
            </a:extLst>
          </p:cNvPr>
          <p:cNvSpPr/>
          <p:nvPr/>
        </p:nvSpPr>
        <p:spPr>
          <a:xfrm rot="5400000">
            <a:off x="3436029" y="3042275"/>
            <a:ext cx="2464938" cy="74938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2523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B86EAC-284E-62EF-A1DD-75F70367B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90CE95-16DC-B6D8-3FDC-663FEA19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62E45A2-F502-7519-9DF8-B24A27A6A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1504950"/>
            <a:ext cx="69723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93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86401-3D31-5798-8271-B8CBDE949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FBE3E-697F-4FC8-E33A-FEEA0E9DD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A76F867-F921-85F4-CDF2-378D706D0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096" y="1825625"/>
            <a:ext cx="55245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043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865</TotalTime>
  <Words>67</Words>
  <Application>Microsoft Macintosh PowerPoint</Application>
  <PresentationFormat>Grand écran</PresentationFormat>
  <Paragraphs>47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Pierre</dc:creator>
  <cp:lastModifiedBy>LAURENT Pierre</cp:lastModifiedBy>
  <cp:revision>4</cp:revision>
  <dcterms:created xsi:type="dcterms:W3CDTF">2026-10-19T19:16:11Z</dcterms:created>
  <dcterms:modified xsi:type="dcterms:W3CDTF">2026-10-26T09:12:27Z</dcterms:modified>
</cp:coreProperties>
</file>