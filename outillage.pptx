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D4EE56-68F5-0C77-1634-236ADEC25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57E429-26C4-24DE-489E-5629F4A89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686741-7CE5-9A02-D83D-171C16F2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3468EF-258F-13AE-386F-A37E6282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7CA7FE-4179-B335-67EB-477782D9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59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AD50BB-B5F4-68F9-827C-6CCA1A55B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086BD7-16E5-F15E-2099-AAB621FC4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A82530-7118-08E8-68A9-1ED2346F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FE670D-696A-F4A3-2006-0F78B6E1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A12DA7-23A3-31F3-5E7C-E33CB8F5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04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79FC82-623D-D925-BA32-84B4261E1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61FE81-3CE1-E17A-72EB-3B604245D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711E46-58A4-C592-C20A-D4B360B3F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42ACB8-8C1D-2F68-0460-D765AC6A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E39C9B-91EF-3991-B9F2-151C2AFE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66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4D9E7B-CD66-455C-B0A8-4622E73C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5FE2B1-201B-F298-3A60-1E581D5C4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361E6C-95B5-16B8-E362-70268E7B9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198751-7DBC-8121-1A72-CA3A17C2D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0D9463-BDF6-D0A1-1EB3-92924F2F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BB5A43-EA81-D463-C36B-479C0274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51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D17EE-EE8A-3FA0-1208-A0037784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E7D99C-455E-7621-B8FE-2F24E660D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309CD5-0EC6-ED47-D9E5-8134949CD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98376A4-1EF7-AF8F-0877-0A5FC4343C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886203-B64E-80C1-E281-8F2FB470E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5223FE7-BDD4-9B25-D428-3C039ED4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80095AD-7B63-8ACB-A244-A82C5BE7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471E708-C368-715A-D3D5-CE6F4CA2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4207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FC954A-AA61-40EA-0AB2-580C7FE28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C08E640-922F-E998-7258-94550E15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D4FDF6-4319-0428-ED83-4FDAF8AF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D1687F-BF12-1148-B458-B6574EB1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995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0BFA3DE-0329-8F0D-DB6B-F7A50C57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5DE94E-EBAF-20D4-2334-1BEC7F3C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0C6228-A91F-D8F4-597B-0C48995B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85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B6895-4A15-79FA-E01A-468C50A9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ABA0D8-F85F-BECF-170D-F54CEDEC9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0EF465-033A-82DF-0906-61C935ACF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990B1A-9E25-6457-13A3-69BF4DEA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A3DC35-44AC-4B8D-0D86-360378F74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C1F394-B711-0877-E184-19348CC3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235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56A3A-0AB4-3A21-6651-2B315DAE1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8A67756-8E7D-8EC1-439B-0EAB9EEA037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0F8EE4-597C-276B-5C19-8ACBBA03D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2A7FB0-59E5-500F-2025-AA5D9139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AB02C5-DF3A-C6A2-75DE-336FC37E3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096D2B-8404-D4E4-6083-0404D8A2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064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B36CDD-3BBC-8974-1611-0106ED60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A4CEA0-2BDF-CCFF-4B76-6075F5E34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50972D-D98B-75DC-739D-116EA37E8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204D96-7840-0DA9-76CF-7758B371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BF023F-08A0-282B-445A-1AFD6EB7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641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BC79FBB-2B00-A7E9-9D5A-4C2C60C10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1E7BD7-DBC8-595A-828F-1C99B693C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A47543-768D-4590-02B5-387D454A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D6B665-7A2F-1CFD-E626-0BB75AA9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BCD153-3017-7D63-C94F-7307A336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900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4CF957A-DEA0-7582-7950-E2E8E71B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C3E0F4-3E99-39A2-8221-DB97B8B40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089123-FE0D-85CC-54A2-CE4293C7D1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9B2F6-DB6D-6549-8947-FBFB6C213823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EF261F-42BB-97C2-1253-1D05C9203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5418A5-C0F0-8F0D-2C45-AD2ED6D0C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33D53-7197-4B4D-9773-DC7A242BCE2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223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90251D55-DCA6-C305-E518-EE4C4C4A0E82}"/>
              </a:ext>
            </a:extLst>
          </p:cNvPr>
          <p:cNvSpPr/>
          <p:nvPr/>
        </p:nvSpPr>
        <p:spPr>
          <a:xfrm>
            <a:off x="1115365" y="1488590"/>
            <a:ext cx="467833" cy="46783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b1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7FA57C0-FFD8-7E2E-370D-C38D846520E9}"/>
              </a:ext>
            </a:extLst>
          </p:cNvPr>
          <p:cNvSpPr/>
          <p:nvPr/>
        </p:nvSpPr>
        <p:spPr>
          <a:xfrm>
            <a:off x="1144536" y="2700259"/>
            <a:ext cx="467833" cy="46783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b0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94C8672-45A0-1F76-85FA-A60D6C642073}"/>
              </a:ext>
            </a:extLst>
          </p:cNvPr>
          <p:cNvSpPr/>
          <p:nvPr/>
        </p:nvSpPr>
        <p:spPr>
          <a:xfrm>
            <a:off x="4724284" y="3071439"/>
            <a:ext cx="467833" cy="467833"/>
          </a:xfrm>
          <a:prstGeom prst="ellipse">
            <a:avLst/>
          </a:prstGeom>
          <a:solidFill>
            <a:srgbClr val="92D050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296C913-7249-0186-F547-C24D134D9846}"/>
              </a:ext>
            </a:extLst>
          </p:cNvPr>
          <p:cNvSpPr/>
          <p:nvPr/>
        </p:nvSpPr>
        <p:spPr>
          <a:xfrm>
            <a:off x="4724287" y="2171416"/>
            <a:ext cx="467833" cy="467833"/>
          </a:xfrm>
          <a:prstGeom prst="ellipse">
            <a:avLst/>
          </a:prstGeom>
          <a:solidFill>
            <a:srgbClr val="FFC000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F427569-9C8E-6D93-1623-6E19D79B0DFB}"/>
              </a:ext>
            </a:extLst>
          </p:cNvPr>
          <p:cNvSpPr/>
          <p:nvPr/>
        </p:nvSpPr>
        <p:spPr>
          <a:xfrm>
            <a:off x="4724285" y="1254673"/>
            <a:ext cx="467833" cy="467833"/>
          </a:xfrm>
          <a:prstGeom prst="ellipse">
            <a:avLst/>
          </a:prstGeom>
          <a:solidFill>
            <a:srgbClr val="FF0000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en angle 9">
            <a:extLst>
              <a:ext uri="{FF2B5EF4-FFF2-40B4-BE49-F238E27FC236}">
                <a16:creationId xmlns:a16="http://schemas.microsoft.com/office/drawing/2014/main" id="{E9ACC0E2-A4D6-AB82-8739-23496289C5B1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1583198" y="1722507"/>
            <a:ext cx="3141086" cy="158284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en angle 10">
            <a:extLst>
              <a:ext uri="{FF2B5EF4-FFF2-40B4-BE49-F238E27FC236}">
                <a16:creationId xmlns:a16="http://schemas.microsoft.com/office/drawing/2014/main" id="{645472C6-DED2-61B5-387B-452AE96489B6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 flipV="1">
            <a:off x="1583198" y="1488590"/>
            <a:ext cx="3141087" cy="23391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en angle 11">
            <a:extLst>
              <a:ext uri="{FF2B5EF4-FFF2-40B4-BE49-F238E27FC236}">
                <a16:creationId xmlns:a16="http://schemas.microsoft.com/office/drawing/2014/main" id="{A60CBD3A-06AE-506B-8875-C54F53CE546E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1583198" y="1722507"/>
            <a:ext cx="3141089" cy="68282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en angle 18">
            <a:extLst>
              <a:ext uri="{FF2B5EF4-FFF2-40B4-BE49-F238E27FC236}">
                <a16:creationId xmlns:a16="http://schemas.microsoft.com/office/drawing/2014/main" id="{03813804-60D7-38C8-5AB0-746C65B2ACA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1612369" y="2934176"/>
            <a:ext cx="3111915" cy="37118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en angle 21">
            <a:extLst>
              <a:ext uri="{FF2B5EF4-FFF2-40B4-BE49-F238E27FC236}">
                <a16:creationId xmlns:a16="http://schemas.microsoft.com/office/drawing/2014/main" id="{6B2DE060-48D6-D91E-D479-ECA4607601AE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1612369" y="2405333"/>
            <a:ext cx="3111918" cy="52884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en angle 24">
            <a:extLst>
              <a:ext uri="{FF2B5EF4-FFF2-40B4-BE49-F238E27FC236}">
                <a16:creationId xmlns:a16="http://schemas.microsoft.com/office/drawing/2014/main" id="{76382799-BE5D-FDBF-2A72-31B5E5437EFB}"/>
              </a:ext>
            </a:extLst>
          </p:cNvPr>
          <p:cNvCxnSpPr>
            <a:cxnSpLocks/>
            <a:stCxn id="5" idx="6"/>
          </p:cNvCxnSpPr>
          <p:nvPr/>
        </p:nvCxnSpPr>
        <p:spPr>
          <a:xfrm flipV="1">
            <a:off x="1612369" y="1494674"/>
            <a:ext cx="3111916" cy="143950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ZoneTexte 76">
            <a:extLst>
              <a:ext uri="{FF2B5EF4-FFF2-40B4-BE49-F238E27FC236}">
                <a16:creationId xmlns:a16="http://schemas.microsoft.com/office/drawing/2014/main" id="{4F2601DC-C409-0183-1639-EC66016C9867}"/>
              </a:ext>
            </a:extLst>
          </p:cNvPr>
          <p:cNvSpPr txBox="1"/>
          <p:nvPr/>
        </p:nvSpPr>
        <p:spPr>
          <a:xfrm>
            <a:off x="3696453" y="3118842"/>
            <a:ext cx="585417" cy="369332"/>
          </a:xfrm>
          <a:prstGeom prst="rect">
            <a:avLst/>
          </a:prstGeom>
          <a:solidFill>
            <a:schemeClr val="bg1">
              <a:lumMod val="95000"/>
              <a:alpha val="69995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2 1</a:t>
            </a:r>
            <a:endParaRPr lang="fr-FR" dirty="0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74C485E5-D63B-04F3-32BA-081D68F68F7D}"/>
              </a:ext>
            </a:extLst>
          </p:cNvPr>
          <p:cNvSpPr txBox="1"/>
          <p:nvPr/>
        </p:nvSpPr>
        <p:spPr>
          <a:xfrm>
            <a:off x="3680423" y="2024232"/>
            <a:ext cx="617477" cy="369332"/>
          </a:xfrm>
          <a:prstGeom prst="rect">
            <a:avLst/>
          </a:prstGeom>
          <a:solidFill>
            <a:schemeClr val="bg1">
              <a:lumMod val="95000"/>
              <a:alpha val="71072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1  2</a:t>
            </a:r>
            <a:endParaRPr lang="fr-FR" dirty="0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9AFC3031-0186-0FB5-29AB-7626D4346683}"/>
              </a:ext>
            </a:extLst>
          </p:cNvPr>
          <p:cNvSpPr txBox="1"/>
          <p:nvPr/>
        </p:nvSpPr>
        <p:spPr>
          <a:xfrm>
            <a:off x="3680423" y="2288853"/>
            <a:ext cx="617477" cy="369332"/>
          </a:xfrm>
          <a:prstGeom prst="rect">
            <a:avLst/>
          </a:prstGeom>
          <a:solidFill>
            <a:schemeClr val="bg1">
              <a:lumMod val="95000"/>
              <a:alpha val="69596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2  2</a:t>
            </a:r>
            <a:endParaRPr lang="fr-FR" dirty="0"/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D0D582CF-A4AE-9EB9-E2AD-73A994A45879}"/>
              </a:ext>
            </a:extLst>
          </p:cNvPr>
          <p:cNvSpPr txBox="1"/>
          <p:nvPr/>
        </p:nvSpPr>
        <p:spPr>
          <a:xfrm>
            <a:off x="3680423" y="1168509"/>
            <a:ext cx="617477" cy="369332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1  3</a:t>
            </a:r>
            <a:endParaRPr lang="fr-FR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DCD7AE03-5553-3BAE-5009-F6463159EAE6}"/>
              </a:ext>
            </a:extLst>
          </p:cNvPr>
          <p:cNvSpPr txBox="1"/>
          <p:nvPr/>
        </p:nvSpPr>
        <p:spPr>
          <a:xfrm>
            <a:off x="3680423" y="1623658"/>
            <a:ext cx="617477" cy="369332"/>
          </a:xfrm>
          <a:prstGeom prst="rect">
            <a:avLst/>
          </a:prstGeom>
          <a:solidFill>
            <a:schemeClr val="bg1">
              <a:lumMod val="95000"/>
              <a:alpha val="71012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2  3</a:t>
            </a:r>
            <a:endParaRPr lang="fr-FR" dirty="0"/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6F1B6855-B2AE-6E83-C2A8-EF148F3F8D45}"/>
              </a:ext>
            </a:extLst>
          </p:cNvPr>
          <p:cNvSpPr/>
          <p:nvPr/>
        </p:nvSpPr>
        <p:spPr>
          <a:xfrm>
            <a:off x="7050665" y="1599698"/>
            <a:ext cx="467833" cy="46783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b1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030FC426-A432-4813-4ED6-6E7E8E738B8D}"/>
              </a:ext>
            </a:extLst>
          </p:cNvPr>
          <p:cNvSpPr/>
          <p:nvPr/>
        </p:nvSpPr>
        <p:spPr>
          <a:xfrm>
            <a:off x="7085971" y="2400572"/>
            <a:ext cx="467833" cy="46783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b0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F2C798FC-AD0F-F442-692A-532267B8CB63}"/>
              </a:ext>
            </a:extLst>
          </p:cNvPr>
          <p:cNvSpPr/>
          <p:nvPr/>
        </p:nvSpPr>
        <p:spPr>
          <a:xfrm>
            <a:off x="8039146" y="3426683"/>
            <a:ext cx="467833" cy="467833"/>
          </a:xfrm>
          <a:prstGeom prst="ellipse">
            <a:avLst/>
          </a:prstGeom>
          <a:solidFill>
            <a:srgbClr val="00B050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DBD6536B-DD97-4480-D6D8-DC8616565CF0}"/>
              </a:ext>
            </a:extLst>
          </p:cNvPr>
          <p:cNvSpPr/>
          <p:nvPr/>
        </p:nvSpPr>
        <p:spPr>
          <a:xfrm>
            <a:off x="9072456" y="3459141"/>
            <a:ext cx="467833" cy="467833"/>
          </a:xfrm>
          <a:prstGeom prst="ellipse">
            <a:avLst/>
          </a:prstGeom>
          <a:solidFill>
            <a:srgbClr val="FFC000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F2E8702C-5E8D-4336-78A7-69E712DDA353}"/>
              </a:ext>
            </a:extLst>
          </p:cNvPr>
          <p:cNvSpPr/>
          <p:nvPr/>
        </p:nvSpPr>
        <p:spPr>
          <a:xfrm>
            <a:off x="10186903" y="3426683"/>
            <a:ext cx="467833" cy="467833"/>
          </a:xfrm>
          <a:prstGeom prst="ellipse">
            <a:avLst/>
          </a:prstGeom>
          <a:solidFill>
            <a:srgbClr val="FF0000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7" name="Connecteur en angle 9">
            <a:extLst>
              <a:ext uri="{FF2B5EF4-FFF2-40B4-BE49-F238E27FC236}">
                <a16:creationId xmlns:a16="http://schemas.microsoft.com/office/drawing/2014/main" id="{FBDA5EA2-880E-9491-149C-4793572D38D2}"/>
              </a:ext>
            </a:extLst>
          </p:cNvPr>
          <p:cNvCxnSpPr>
            <a:cxnSpLocks/>
            <a:stCxn id="82" idx="6"/>
            <a:endCxn id="84" idx="0"/>
          </p:cNvCxnSpPr>
          <p:nvPr/>
        </p:nvCxnSpPr>
        <p:spPr>
          <a:xfrm>
            <a:off x="7518498" y="1833615"/>
            <a:ext cx="754565" cy="159306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en angle 10">
            <a:extLst>
              <a:ext uri="{FF2B5EF4-FFF2-40B4-BE49-F238E27FC236}">
                <a16:creationId xmlns:a16="http://schemas.microsoft.com/office/drawing/2014/main" id="{89B5411E-40A6-B3E9-5721-33D5698D2533}"/>
              </a:ext>
            </a:extLst>
          </p:cNvPr>
          <p:cNvCxnSpPr>
            <a:cxnSpLocks/>
            <a:stCxn id="82" idx="6"/>
            <a:endCxn id="86" idx="0"/>
          </p:cNvCxnSpPr>
          <p:nvPr/>
        </p:nvCxnSpPr>
        <p:spPr>
          <a:xfrm>
            <a:off x="7518498" y="1833615"/>
            <a:ext cx="2902322" cy="159306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en angle 11">
            <a:extLst>
              <a:ext uri="{FF2B5EF4-FFF2-40B4-BE49-F238E27FC236}">
                <a16:creationId xmlns:a16="http://schemas.microsoft.com/office/drawing/2014/main" id="{391ACD09-E02B-46F0-BD75-963FEAC3A560}"/>
              </a:ext>
            </a:extLst>
          </p:cNvPr>
          <p:cNvCxnSpPr>
            <a:cxnSpLocks/>
            <a:stCxn id="82" idx="6"/>
            <a:endCxn id="85" idx="0"/>
          </p:cNvCxnSpPr>
          <p:nvPr/>
        </p:nvCxnSpPr>
        <p:spPr>
          <a:xfrm>
            <a:off x="7518498" y="1833615"/>
            <a:ext cx="1787875" cy="162552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en angle 18">
            <a:extLst>
              <a:ext uri="{FF2B5EF4-FFF2-40B4-BE49-F238E27FC236}">
                <a16:creationId xmlns:a16="http://schemas.microsoft.com/office/drawing/2014/main" id="{797CD580-3516-4224-9B5D-D53BE5C68117}"/>
              </a:ext>
            </a:extLst>
          </p:cNvPr>
          <p:cNvCxnSpPr>
            <a:cxnSpLocks/>
            <a:stCxn id="83" idx="6"/>
            <a:endCxn id="84" idx="0"/>
          </p:cNvCxnSpPr>
          <p:nvPr/>
        </p:nvCxnSpPr>
        <p:spPr>
          <a:xfrm>
            <a:off x="7553804" y="2634489"/>
            <a:ext cx="719259" cy="79219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en angle 21">
            <a:extLst>
              <a:ext uri="{FF2B5EF4-FFF2-40B4-BE49-F238E27FC236}">
                <a16:creationId xmlns:a16="http://schemas.microsoft.com/office/drawing/2014/main" id="{1CB8A105-D0E2-FF4F-A482-7FE78D0630CC}"/>
              </a:ext>
            </a:extLst>
          </p:cNvPr>
          <p:cNvCxnSpPr>
            <a:cxnSpLocks/>
            <a:stCxn id="83" idx="6"/>
            <a:endCxn id="85" idx="0"/>
          </p:cNvCxnSpPr>
          <p:nvPr/>
        </p:nvCxnSpPr>
        <p:spPr>
          <a:xfrm>
            <a:off x="7553804" y="2634489"/>
            <a:ext cx="1752569" cy="82465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en angle 24">
            <a:extLst>
              <a:ext uri="{FF2B5EF4-FFF2-40B4-BE49-F238E27FC236}">
                <a16:creationId xmlns:a16="http://schemas.microsoft.com/office/drawing/2014/main" id="{4AE2AF4A-F311-92E6-2172-9A23541F9FAD}"/>
              </a:ext>
            </a:extLst>
          </p:cNvPr>
          <p:cNvCxnSpPr>
            <a:cxnSpLocks/>
            <a:stCxn id="83" idx="6"/>
            <a:endCxn id="86" idx="0"/>
          </p:cNvCxnSpPr>
          <p:nvPr/>
        </p:nvCxnSpPr>
        <p:spPr>
          <a:xfrm>
            <a:off x="7553804" y="2634489"/>
            <a:ext cx="2867016" cy="79219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ZoneTexte 92">
            <a:extLst>
              <a:ext uri="{FF2B5EF4-FFF2-40B4-BE49-F238E27FC236}">
                <a16:creationId xmlns:a16="http://schemas.microsoft.com/office/drawing/2014/main" id="{995FDD0E-2BF8-BC93-9F12-2D1C84A4FF3E}"/>
              </a:ext>
            </a:extLst>
          </p:cNvPr>
          <p:cNvSpPr txBox="1"/>
          <p:nvPr/>
        </p:nvSpPr>
        <p:spPr>
          <a:xfrm>
            <a:off x="7931811" y="1794703"/>
            <a:ext cx="610070" cy="369332"/>
          </a:xfrm>
          <a:prstGeom prst="rect">
            <a:avLst/>
          </a:prstGeom>
          <a:solidFill>
            <a:schemeClr val="bg2">
              <a:alpha val="56121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1 1</a:t>
            </a:r>
            <a:endParaRPr lang="fr-FR" dirty="0"/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96C2B401-0BEC-3740-9BE1-7CA2CEDD6EF6}"/>
              </a:ext>
            </a:extLst>
          </p:cNvPr>
          <p:cNvSpPr txBox="1"/>
          <p:nvPr/>
        </p:nvSpPr>
        <p:spPr>
          <a:xfrm>
            <a:off x="7975622" y="2635250"/>
            <a:ext cx="585417" cy="369332"/>
          </a:xfrm>
          <a:prstGeom prst="rect">
            <a:avLst/>
          </a:prstGeom>
          <a:solidFill>
            <a:schemeClr val="bg1">
              <a:lumMod val="95000"/>
              <a:alpha val="69995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2 1</a:t>
            </a:r>
            <a:endParaRPr lang="fr-FR" dirty="0"/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23FFCC30-D2A4-DA21-8248-8F65665BA10F}"/>
              </a:ext>
            </a:extLst>
          </p:cNvPr>
          <p:cNvSpPr txBox="1"/>
          <p:nvPr/>
        </p:nvSpPr>
        <p:spPr>
          <a:xfrm>
            <a:off x="8914705" y="1784811"/>
            <a:ext cx="617477" cy="369332"/>
          </a:xfrm>
          <a:prstGeom prst="rect">
            <a:avLst/>
          </a:prstGeom>
          <a:solidFill>
            <a:schemeClr val="bg1">
              <a:lumMod val="95000"/>
              <a:alpha val="71072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1  2</a:t>
            </a:r>
            <a:endParaRPr lang="fr-FR" dirty="0"/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D2E237B-8138-FFFD-9FC7-A5F50CBE86CF}"/>
              </a:ext>
            </a:extLst>
          </p:cNvPr>
          <p:cNvSpPr txBox="1"/>
          <p:nvPr/>
        </p:nvSpPr>
        <p:spPr>
          <a:xfrm>
            <a:off x="8997633" y="2621976"/>
            <a:ext cx="617477" cy="369332"/>
          </a:xfrm>
          <a:prstGeom prst="rect">
            <a:avLst/>
          </a:prstGeom>
          <a:solidFill>
            <a:schemeClr val="bg1">
              <a:lumMod val="95000"/>
              <a:alpha val="69596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2  2</a:t>
            </a:r>
            <a:endParaRPr lang="fr-FR" dirty="0"/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AF89A039-2DA3-406A-28A3-2B9FD742CBD8}"/>
              </a:ext>
            </a:extLst>
          </p:cNvPr>
          <p:cNvSpPr txBox="1"/>
          <p:nvPr/>
        </p:nvSpPr>
        <p:spPr>
          <a:xfrm>
            <a:off x="10037258" y="1771757"/>
            <a:ext cx="617477" cy="369332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1  3</a:t>
            </a:r>
            <a:endParaRPr lang="fr-FR" dirty="0"/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BF8556F5-FE92-A20A-F8FE-0076729C6531}"/>
              </a:ext>
            </a:extLst>
          </p:cNvPr>
          <p:cNvSpPr txBox="1"/>
          <p:nvPr/>
        </p:nvSpPr>
        <p:spPr>
          <a:xfrm>
            <a:off x="10037259" y="2562258"/>
            <a:ext cx="617477" cy="369332"/>
          </a:xfrm>
          <a:prstGeom prst="rect">
            <a:avLst/>
          </a:prstGeom>
          <a:solidFill>
            <a:schemeClr val="bg1">
              <a:lumMod val="95000"/>
              <a:alpha val="71012"/>
            </a:schemeClr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2  3</a:t>
            </a:r>
            <a:endParaRPr lang="fr-FR" dirty="0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66157849-3683-78B4-5A10-A3E8C22A602C}"/>
              </a:ext>
            </a:extLst>
          </p:cNvPr>
          <p:cNvSpPr txBox="1"/>
          <p:nvPr/>
        </p:nvSpPr>
        <p:spPr>
          <a:xfrm>
            <a:off x="3684126" y="2712307"/>
            <a:ext cx="610070" cy="369332"/>
          </a:xfrm>
          <a:prstGeom prst="rect">
            <a:avLst/>
          </a:prstGeom>
          <a:solidFill>
            <a:schemeClr val="bg2">
              <a:alpha val="56121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W</a:t>
            </a:r>
            <a:r>
              <a:rPr lang="fr-FR" sz="1200" dirty="0"/>
              <a:t>1 1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771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B63CA7C-CC93-11FB-7C3E-2FCE649C7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95" y="1120406"/>
            <a:ext cx="4610100" cy="31877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61F5A56-C762-EC2F-1D45-A397FE3E4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38" y="1120406"/>
            <a:ext cx="42799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962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28</Words>
  <Application>Microsoft Macintosh PowerPoint</Application>
  <PresentationFormat>Grand écran</PresentationFormat>
  <Paragraphs>16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LAURENT Pierre</dc:creator>
  <cp:lastModifiedBy>LAURENT Pierre</cp:lastModifiedBy>
  <cp:revision>1</cp:revision>
  <dcterms:created xsi:type="dcterms:W3CDTF">2026-10-19T19:16:11Z</dcterms:created>
  <dcterms:modified xsi:type="dcterms:W3CDTF">2026-10-19T20:47:28Z</dcterms:modified>
</cp:coreProperties>
</file>