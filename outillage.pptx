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1" r:id="rId3"/>
    <p:sldId id="262" r:id="rId4"/>
    <p:sldId id="259" r:id="rId5"/>
    <p:sldId id="263" r:id="rId6"/>
    <p:sldId id="264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012"/>
    <p:restoredTop sz="94658"/>
  </p:normalViewPr>
  <p:slideViewPr>
    <p:cSldViewPr snapToGrid="0">
      <p:cViewPr varScale="1">
        <p:scale>
          <a:sx n="118" d="100"/>
          <a:sy n="118" d="100"/>
        </p:scale>
        <p:origin x="216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D4EE56-68F5-0C77-1634-236ADEC25B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E57E429-26C4-24DE-489E-5629F4A892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686741-7CE5-9A02-D83D-171C16F2E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27/10/2026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33468EF-258F-13AE-386F-A37E62829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F7CA7FE-4179-B335-67EB-477782D93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15946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AD50BB-B5F4-68F9-827C-6CCA1A55B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0086BD7-16E5-F15E-2099-AAB621FC4A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A82530-7118-08E8-68A9-1ED2346F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27/10/2026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8FE670D-696A-F4A3-2006-0F78B6E12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CA12DA7-23A3-31F3-5E7C-E33CB8F50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9049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79FC82-623D-D925-BA32-84B4261E1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61FE81-3CE1-E17A-72EB-3B604245D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4711E46-58A4-C592-C20A-D4B360B3F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27/10/2026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942ACB8-8C1D-2F68-0460-D765AC6A2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6E39C9B-91EF-3991-B9F2-151C2AFE9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660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4D9E7B-CD66-455C-B0A8-4622E73C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5FE2B1-201B-F298-3A60-1E581D5C42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9361E6C-95B5-16B8-E362-70268E7B9A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1198751-7DBC-8121-1A72-CA3A17C2D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27/10/2026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60D9463-BDF6-D0A1-1EB3-92924F2FE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EBB5A43-EA81-D463-C36B-479C02742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7514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3D17EE-EE8A-3FA0-1208-A00377846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E7D99C-455E-7621-B8FE-2F24E660D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9309CD5-0EC6-ED47-D9E5-8134949CD4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98376A4-1EF7-AF8F-0877-0A5FC4343C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3886203-B64E-80C1-E281-8F2FB470E2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5223FE7-BDD4-9B25-D428-3C039ED44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27/10/2026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80095AD-7B63-8ACB-A244-A82C5BE78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471E708-C368-715A-D3D5-CE6F4CA2E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4207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FC954A-AA61-40EA-0AB2-580C7FE28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C08E640-922F-E998-7258-94550E156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27/10/2026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8D4FDF6-4319-0428-ED83-4FDAF8AF9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5D1687F-BF12-1148-B458-B6574EB18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3995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70BFA3DE-0329-8F0D-DB6B-F7A50C57A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27/10/2026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B5DE94E-EBAF-20D4-2334-1BEC7F3C2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D0C6228-A91F-D8F4-597B-0C48995B7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0853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EB6895-4A15-79FA-E01A-468C50A92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ABA0D8-F85F-BECF-170D-F54CEDEC9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30EF465-033A-82DF-0906-61C935ACF2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B990B1A-9E25-6457-13A3-69BF4DEA1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27/10/2026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DA3DC35-44AC-4B8D-0D86-360378F74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C1F394-B711-0877-E184-19348CC3D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02355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856A3A-0AB4-3A21-6651-2B315DAE1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8A67756-8E7D-8EC1-439B-0EAB9EEA0377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70F8EE4-597C-276B-5C19-8ACBBA03D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02A7FB0-59E5-500F-2025-AA5D9139D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27/10/2026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1AB02C5-DF3A-C6A2-75DE-336FC37E3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F096D2B-8404-D4E4-6083-0404D8A28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06479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B36CDD-3BBC-8974-1611-0106ED60D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EA4CEA0-2BDF-CCFF-4B76-6075F5E347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350972D-D98B-75DC-739D-116EA37E8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27/10/2026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F204D96-7840-0DA9-76CF-7758B3716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6BF023F-08A0-282B-445A-1AFD6EB70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6416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BC79FBB-2B00-A7E9-9D5A-4C2C60C102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61E7BD7-DBC8-595A-828F-1C99B693CC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2A47543-768D-4590-02B5-387D454A5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27/10/2026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8D6B665-7A2F-1CFD-E626-0BB75AA90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6BCD153-3017-7D63-C94F-7307A3364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9000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D4CF957A-DEA0-7582-7950-E2E8E71BC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EC3E0F4-3E99-39A2-8221-DB97B8B407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0089123-FE0D-85CC-54A2-CE4293C7D1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B9B2F6-DB6D-6549-8947-FBFB6C213823}" type="datetimeFigureOut">
              <a:rPr lang="fr-FR" smtClean="0"/>
              <a:t>27/10/2026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AEF261F-42BB-97C2-1253-1D05C92037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25418A5-C0F0-8F0D-2C45-AD2ED6D0C6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8223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73272-B996-5683-3B1B-13E87A59F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F48B0356-D8AF-91BC-4776-6CFD486E57EE}"/>
              </a:ext>
            </a:extLst>
          </p:cNvPr>
          <p:cNvSpPr/>
          <p:nvPr/>
        </p:nvSpPr>
        <p:spPr>
          <a:xfrm>
            <a:off x="1034831" y="1488590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E1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50C6A811-A76E-702D-DA4D-1F855DE5A503}"/>
              </a:ext>
            </a:extLst>
          </p:cNvPr>
          <p:cNvSpPr/>
          <p:nvPr/>
        </p:nvSpPr>
        <p:spPr>
          <a:xfrm>
            <a:off x="1068410" y="3152165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E2</a:t>
            </a:r>
          </a:p>
        </p:txBody>
      </p:sp>
      <p:cxnSp>
        <p:nvCxnSpPr>
          <p:cNvPr id="10" name="Connecteur en angle 9">
            <a:extLst>
              <a:ext uri="{FF2B5EF4-FFF2-40B4-BE49-F238E27FC236}">
                <a16:creationId xmlns:a16="http://schemas.microsoft.com/office/drawing/2014/main" id="{9CA6DD80-A5D6-7836-356E-CBA39C4FA07C}"/>
              </a:ext>
            </a:extLst>
          </p:cNvPr>
          <p:cNvCxnSpPr>
            <a:cxnSpLocks/>
            <a:stCxn id="4" idx="6"/>
            <a:endCxn id="27" idx="1"/>
          </p:cNvCxnSpPr>
          <p:nvPr/>
        </p:nvCxnSpPr>
        <p:spPr>
          <a:xfrm>
            <a:off x="1502664" y="1722507"/>
            <a:ext cx="2641049" cy="1909902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en angle 10">
            <a:extLst>
              <a:ext uri="{FF2B5EF4-FFF2-40B4-BE49-F238E27FC236}">
                <a16:creationId xmlns:a16="http://schemas.microsoft.com/office/drawing/2014/main" id="{88F20B6E-FF17-0C26-B5E8-CB2436E66CD8}"/>
              </a:ext>
            </a:extLst>
          </p:cNvPr>
          <p:cNvCxnSpPr>
            <a:cxnSpLocks/>
            <a:stCxn id="4" idx="6"/>
            <a:endCxn id="9" idx="1"/>
          </p:cNvCxnSpPr>
          <p:nvPr/>
        </p:nvCxnSpPr>
        <p:spPr>
          <a:xfrm flipV="1">
            <a:off x="1502664" y="1478019"/>
            <a:ext cx="2598662" cy="244488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en angle 11">
            <a:extLst>
              <a:ext uri="{FF2B5EF4-FFF2-40B4-BE49-F238E27FC236}">
                <a16:creationId xmlns:a16="http://schemas.microsoft.com/office/drawing/2014/main" id="{C7138474-8EE5-7DB9-510B-3160319059CA}"/>
              </a:ext>
            </a:extLst>
          </p:cNvPr>
          <p:cNvCxnSpPr>
            <a:cxnSpLocks/>
            <a:stCxn id="4" idx="6"/>
            <a:endCxn id="17" idx="1"/>
          </p:cNvCxnSpPr>
          <p:nvPr/>
        </p:nvCxnSpPr>
        <p:spPr>
          <a:xfrm>
            <a:off x="1502664" y="1722507"/>
            <a:ext cx="2625629" cy="782312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en angle 18">
            <a:extLst>
              <a:ext uri="{FF2B5EF4-FFF2-40B4-BE49-F238E27FC236}">
                <a16:creationId xmlns:a16="http://schemas.microsoft.com/office/drawing/2014/main" id="{88C35BFB-A176-D46B-5690-006DC753287F}"/>
              </a:ext>
            </a:extLst>
          </p:cNvPr>
          <p:cNvCxnSpPr>
            <a:cxnSpLocks/>
            <a:stCxn id="5" idx="6"/>
            <a:endCxn id="27" idx="1"/>
          </p:cNvCxnSpPr>
          <p:nvPr/>
        </p:nvCxnSpPr>
        <p:spPr>
          <a:xfrm>
            <a:off x="1536243" y="3386082"/>
            <a:ext cx="2607470" cy="246327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en angle 21">
            <a:extLst>
              <a:ext uri="{FF2B5EF4-FFF2-40B4-BE49-F238E27FC236}">
                <a16:creationId xmlns:a16="http://schemas.microsoft.com/office/drawing/2014/main" id="{A2C1C670-A064-71E4-07A8-34582C08D868}"/>
              </a:ext>
            </a:extLst>
          </p:cNvPr>
          <p:cNvCxnSpPr>
            <a:cxnSpLocks/>
            <a:stCxn id="5" idx="6"/>
            <a:endCxn id="17" idx="1"/>
          </p:cNvCxnSpPr>
          <p:nvPr/>
        </p:nvCxnSpPr>
        <p:spPr>
          <a:xfrm flipV="1">
            <a:off x="1536243" y="2504819"/>
            <a:ext cx="2592050" cy="881263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en angle 24">
            <a:extLst>
              <a:ext uri="{FF2B5EF4-FFF2-40B4-BE49-F238E27FC236}">
                <a16:creationId xmlns:a16="http://schemas.microsoft.com/office/drawing/2014/main" id="{1336422C-FB4A-FF57-E487-13769C12418F}"/>
              </a:ext>
            </a:extLst>
          </p:cNvPr>
          <p:cNvCxnSpPr>
            <a:cxnSpLocks/>
            <a:stCxn id="5" idx="6"/>
            <a:endCxn id="9" idx="1"/>
          </p:cNvCxnSpPr>
          <p:nvPr/>
        </p:nvCxnSpPr>
        <p:spPr>
          <a:xfrm flipV="1">
            <a:off x="1536243" y="1478019"/>
            <a:ext cx="2565083" cy="1908063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ZoneTexte 76">
            <a:extLst>
              <a:ext uri="{FF2B5EF4-FFF2-40B4-BE49-F238E27FC236}">
                <a16:creationId xmlns:a16="http://schemas.microsoft.com/office/drawing/2014/main" id="{458876C5-7412-36D5-0398-EBB52369E711}"/>
              </a:ext>
            </a:extLst>
          </p:cNvPr>
          <p:cNvSpPr txBox="1"/>
          <p:nvPr/>
        </p:nvSpPr>
        <p:spPr>
          <a:xfrm>
            <a:off x="3047864" y="3457164"/>
            <a:ext cx="585417" cy="369332"/>
          </a:xfrm>
          <a:prstGeom prst="rect">
            <a:avLst/>
          </a:prstGeom>
          <a:solidFill>
            <a:schemeClr val="bg1">
              <a:lumMod val="95000"/>
              <a:alpha val="69995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2 1</a:t>
            </a:r>
            <a:endParaRPr lang="fr-FR" dirty="0"/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ABAAD53A-8937-7125-4F09-9B4F9C6B98AD}"/>
              </a:ext>
            </a:extLst>
          </p:cNvPr>
          <p:cNvSpPr txBox="1"/>
          <p:nvPr/>
        </p:nvSpPr>
        <p:spPr>
          <a:xfrm>
            <a:off x="3031834" y="2024232"/>
            <a:ext cx="617477" cy="369332"/>
          </a:xfrm>
          <a:prstGeom prst="rect">
            <a:avLst/>
          </a:prstGeom>
          <a:solidFill>
            <a:schemeClr val="bg1">
              <a:lumMod val="95000"/>
              <a:alpha val="71072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1  2</a:t>
            </a:r>
            <a:endParaRPr lang="fr-FR" dirty="0"/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E07C2E40-8F59-5494-8461-F2E775B6E17B}"/>
              </a:ext>
            </a:extLst>
          </p:cNvPr>
          <p:cNvSpPr txBox="1"/>
          <p:nvPr/>
        </p:nvSpPr>
        <p:spPr>
          <a:xfrm>
            <a:off x="3031834" y="2416449"/>
            <a:ext cx="617477" cy="369332"/>
          </a:xfrm>
          <a:prstGeom prst="rect">
            <a:avLst/>
          </a:prstGeom>
          <a:solidFill>
            <a:schemeClr val="bg1">
              <a:lumMod val="95000"/>
              <a:alpha val="69596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2  2</a:t>
            </a:r>
            <a:endParaRPr lang="fr-FR" dirty="0"/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EF11B74F-17F1-7D95-E815-AF6652F1DB30}"/>
              </a:ext>
            </a:extLst>
          </p:cNvPr>
          <p:cNvSpPr txBox="1"/>
          <p:nvPr/>
        </p:nvSpPr>
        <p:spPr>
          <a:xfrm>
            <a:off x="3031834" y="1168509"/>
            <a:ext cx="617477" cy="369332"/>
          </a:xfrm>
          <a:prstGeom prst="rect">
            <a:avLst/>
          </a:prstGeom>
          <a:solidFill>
            <a:schemeClr val="bg1">
              <a:lumMod val="95000"/>
              <a:alpha val="70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1  3</a:t>
            </a:r>
            <a:endParaRPr lang="fr-FR" dirty="0"/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9FF5E186-1428-1DAC-7A5D-3103C7311391}"/>
              </a:ext>
            </a:extLst>
          </p:cNvPr>
          <p:cNvSpPr txBox="1"/>
          <p:nvPr/>
        </p:nvSpPr>
        <p:spPr>
          <a:xfrm>
            <a:off x="3031834" y="1623658"/>
            <a:ext cx="617477" cy="369332"/>
          </a:xfrm>
          <a:prstGeom prst="rect">
            <a:avLst/>
          </a:prstGeom>
          <a:solidFill>
            <a:schemeClr val="bg1">
              <a:lumMod val="95000"/>
              <a:alpha val="71012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2  3</a:t>
            </a:r>
            <a:endParaRPr lang="fr-FR" dirty="0"/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A95F3F2D-688F-3082-9585-C96BA1C33EFA}"/>
              </a:ext>
            </a:extLst>
          </p:cNvPr>
          <p:cNvSpPr txBox="1"/>
          <p:nvPr/>
        </p:nvSpPr>
        <p:spPr>
          <a:xfrm>
            <a:off x="3035537" y="3022919"/>
            <a:ext cx="610070" cy="369332"/>
          </a:xfrm>
          <a:prstGeom prst="rect">
            <a:avLst/>
          </a:prstGeom>
          <a:solidFill>
            <a:schemeClr val="bg2">
              <a:alpha val="56121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1 1</a:t>
            </a:r>
            <a:endParaRPr lang="fr-FR" dirty="0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91CC4009-725A-77A3-EEE4-667E529096F9}"/>
              </a:ext>
            </a:extLst>
          </p:cNvPr>
          <p:cNvSpPr/>
          <p:nvPr/>
        </p:nvSpPr>
        <p:spPr>
          <a:xfrm>
            <a:off x="7558785" y="4037217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s3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3FF7E1-D7CE-A97E-0830-B4FB1F034C41}"/>
              </a:ext>
            </a:extLst>
          </p:cNvPr>
          <p:cNvSpPr/>
          <p:nvPr/>
        </p:nvSpPr>
        <p:spPr>
          <a:xfrm>
            <a:off x="4101326" y="1222837"/>
            <a:ext cx="587269" cy="51036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57A60CF6-8702-1CEA-3E4C-4A1CD55A69CA}"/>
              </a:ext>
            </a:extLst>
          </p:cNvPr>
          <p:cNvSpPr/>
          <p:nvPr/>
        </p:nvSpPr>
        <p:spPr>
          <a:xfrm>
            <a:off x="6581114" y="4064926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s2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5438B2DD-65A7-D5A6-4E30-D8BF01E57D34}"/>
              </a:ext>
            </a:extLst>
          </p:cNvPr>
          <p:cNvSpPr/>
          <p:nvPr/>
        </p:nvSpPr>
        <p:spPr>
          <a:xfrm>
            <a:off x="5656048" y="4048363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S1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3FF0AFC-0FE4-07C5-BA85-34110FA42229}"/>
              </a:ext>
            </a:extLst>
          </p:cNvPr>
          <p:cNvSpPr/>
          <p:nvPr/>
        </p:nvSpPr>
        <p:spPr>
          <a:xfrm>
            <a:off x="4128293" y="2249637"/>
            <a:ext cx="587269" cy="51036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84137C5-2372-EA5B-9502-A7B497B20766}"/>
              </a:ext>
            </a:extLst>
          </p:cNvPr>
          <p:cNvSpPr/>
          <p:nvPr/>
        </p:nvSpPr>
        <p:spPr>
          <a:xfrm>
            <a:off x="4143713" y="3377227"/>
            <a:ext cx="587269" cy="51036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9" name="Connecteur en angle 10">
            <a:extLst>
              <a:ext uri="{FF2B5EF4-FFF2-40B4-BE49-F238E27FC236}">
                <a16:creationId xmlns:a16="http://schemas.microsoft.com/office/drawing/2014/main" id="{0E345B31-338E-2280-5794-ECBD8E70B250}"/>
              </a:ext>
            </a:extLst>
          </p:cNvPr>
          <p:cNvCxnSpPr>
            <a:cxnSpLocks/>
            <a:stCxn id="17" idx="3"/>
            <a:endCxn id="13" idx="0"/>
          </p:cNvCxnSpPr>
          <p:nvPr/>
        </p:nvCxnSpPr>
        <p:spPr>
          <a:xfrm>
            <a:off x="4715562" y="2504819"/>
            <a:ext cx="2099469" cy="156010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en angle 10">
            <a:extLst>
              <a:ext uri="{FF2B5EF4-FFF2-40B4-BE49-F238E27FC236}">
                <a16:creationId xmlns:a16="http://schemas.microsoft.com/office/drawing/2014/main" id="{7A465D79-E8F2-CCE3-29B0-F0249C0C88A5}"/>
              </a:ext>
            </a:extLst>
          </p:cNvPr>
          <p:cNvCxnSpPr>
            <a:cxnSpLocks/>
            <a:stCxn id="27" idx="3"/>
            <a:endCxn id="14" idx="0"/>
          </p:cNvCxnSpPr>
          <p:nvPr/>
        </p:nvCxnSpPr>
        <p:spPr>
          <a:xfrm>
            <a:off x="4730982" y="3632409"/>
            <a:ext cx="1158983" cy="415954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ZoneTexte 46">
            <a:extLst>
              <a:ext uri="{FF2B5EF4-FFF2-40B4-BE49-F238E27FC236}">
                <a16:creationId xmlns:a16="http://schemas.microsoft.com/office/drawing/2014/main" id="{4EAF8AB6-30F9-4276-4471-3F8562D672BB}"/>
              </a:ext>
            </a:extLst>
          </p:cNvPr>
          <p:cNvSpPr txBox="1"/>
          <p:nvPr/>
        </p:nvSpPr>
        <p:spPr>
          <a:xfrm>
            <a:off x="4226055" y="1218489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∑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4CE9383F-BFC5-4EE8-0FAB-840E07171D96}"/>
              </a:ext>
            </a:extLst>
          </p:cNvPr>
          <p:cNvSpPr txBox="1"/>
          <p:nvPr/>
        </p:nvSpPr>
        <p:spPr>
          <a:xfrm>
            <a:off x="4269244" y="3370141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∑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E4318403-FF95-8191-B277-7E9DAE34F2E8}"/>
              </a:ext>
            </a:extLst>
          </p:cNvPr>
          <p:cNvSpPr txBox="1"/>
          <p:nvPr/>
        </p:nvSpPr>
        <p:spPr>
          <a:xfrm>
            <a:off x="4270690" y="230500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∑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0E5F238F-367E-A687-CC60-D25429F8E6F0}"/>
              </a:ext>
            </a:extLst>
          </p:cNvPr>
          <p:cNvSpPr txBox="1"/>
          <p:nvPr/>
        </p:nvSpPr>
        <p:spPr>
          <a:xfrm>
            <a:off x="6123881" y="740373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Sorties 0 ou 1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D90273BB-A92E-A48F-0A16-321EC6DB8F54}"/>
              </a:ext>
            </a:extLst>
          </p:cNvPr>
          <p:cNvSpPr txBox="1"/>
          <p:nvPr/>
        </p:nvSpPr>
        <p:spPr>
          <a:xfrm>
            <a:off x="957193" y="740373"/>
            <a:ext cx="1632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Entrées 0  ou 1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BAAB3AA3-0B71-52A9-4264-8CE864C562DF}"/>
              </a:ext>
            </a:extLst>
          </p:cNvPr>
          <p:cNvSpPr txBox="1"/>
          <p:nvPr/>
        </p:nvSpPr>
        <p:spPr>
          <a:xfrm>
            <a:off x="3858775" y="741391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somme</a:t>
            </a: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86AA09F2-9C5B-8DA4-9746-A9635449D524}"/>
              </a:ext>
            </a:extLst>
          </p:cNvPr>
          <p:cNvSpPr txBox="1"/>
          <p:nvPr/>
        </p:nvSpPr>
        <p:spPr>
          <a:xfrm>
            <a:off x="4853251" y="741391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seuil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1F13F09-9D55-5B45-D6C6-4B09C54E0D1E}"/>
              </a:ext>
            </a:extLst>
          </p:cNvPr>
          <p:cNvSpPr txBox="1"/>
          <p:nvPr/>
        </p:nvSpPr>
        <p:spPr>
          <a:xfrm>
            <a:off x="2883637" y="741391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poids</a:t>
            </a:r>
          </a:p>
        </p:txBody>
      </p:sp>
      <p:cxnSp>
        <p:nvCxnSpPr>
          <p:cNvPr id="16" name="Connecteur en angle 10">
            <a:extLst>
              <a:ext uri="{FF2B5EF4-FFF2-40B4-BE49-F238E27FC236}">
                <a16:creationId xmlns:a16="http://schemas.microsoft.com/office/drawing/2014/main" id="{2D510080-C5B9-DDD2-E5C6-E759877C3EFB}"/>
              </a:ext>
            </a:extLst>
          </p:cNvPr>
          <p:cNvCxnSpPr>
            <a:cxnSpLocks/>
            <a:stCxn id="9" idx="3"/>
            <a:endCxn id="3" idx="0"/>
          </p:cNvCxnSpPr>
          <p:nvPr/>
        </p:nvCxnSpPr>
        <p:spPr>
          <a:xfrm>
            <a:off x="4688595" y="1478019"/>
            <a:ext cx="3104107" cy="2559198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Forme libre 33">
            <a:extLst>
              <a:ext uri="{FF2B5EF4-FFF2-40B4-BE49-F238E27FC236}">
                <a16:creationId xmlns:a16="http://schemas.microsoft.com/office/drawing/2014/main" id="{AAB92076-EC75-4767-F557-6B1ADE3E1352}"/>
              </a:ext>
            </a:extLst>
          </p:cNvPr>
          <p:cNvSpPr/>
          <p:nvPr/>
        </p:nvSpPr>
        <p:spPr>
          <a:xfrm rot="16557881" flipV="1">
            <a:off x="5002989" y="1431699"/>
            <a:ext cx="574334" cy="289722"/>
          </a:xfrm>
          <a:custGeom>
            <a:avLst/>
            <a:gdLst>
              <a:gd name="csX0" fmla="*/ 112238 w 920336"/>
              <a:gd name="csY0" fmla="*/ 0 h 497502"/>
              <a:gd name="csX1" fmla="*/ 920313 w 920336"/>
              <a:gd name="csY1" fmla="*/ 159488 h 497502"/>
              <a:gd name="csX2" fmla="*/ 90973 w 920336"/>
              <a:gd name="csY2" fmla="*/ 467832 h 497502"/>
              <a:gd name="csX3" fmla="*/ 59075 w 920336"/>
              <a:gd name="csY3" fmla="*/ 467832 h 497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20336" h="497502">
                <a:moveTo>
                  <a:pt x="112238" y="0"/>
                </a:moveTo>
                <a:cubicBezTo>
                  <a:pt x="518047" y="40758"/>
                  <a:pt x="923857" y="81516"/>
                  <a:pt x="920313" y="159488"/>
                </a:cubicBezTo>
                <a:cubicBezTo>
                  <a:pt x="916769" y="237460"/>
                  <a:pt x="234513" y="416441"/>
                  <a:pt x="90973" y="467832"/>
                </a:cubicBezTo>
                <a:cubicBezTo>
                  <a:pt x="-52567" y="519223"/>
                  <a:pt x="3254" y="493527"/>
                  <a:pt x="59075" y="467832"/>
                </a:cubicBezTo>
              </a:path>
            </a:pathLst>
          </a:cu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0" name="Forme libre 29">
            <a:extLst>
              <a:ext uri="{FF2B5EF4-FFF2-40B4-BE49-F238E27FC236}">
                <a16:creationId xmlns:a16="http://schemas.microsoft.com/office/drawing/2014/main" id="{2B0D1B1D-F9AB-C627-D258-9B1D3C6FC82A}"/>
              </a:ext>
            </a:extLst>
          </p:cNvPr>
          <p:cNvSpPr/>
          <p:nvPr/>
        </p:nvSpPr>
        <p:spPr>
          <a:xfrm rot="16557881" flipV="1">
            <a:off x="5002989" y="3493599"/>
            <a:ext cx="574334" cy="289722"/>
          </a:xfrm>
          <a:custGeom>
            <a:avLst/>
            <a:gdLst>
              <a:gd name="csX0" fmla="*/ 112238 w 920336"/>
              <a:gd name="csY0" fmla="*/ 0 h 497502"/>
              <a:gd name="csX1" fmla="*/ 920313 w 920336"/>
              <a:gd name="csY1" fmla="*/ 159488 h 497502"/>
              <a:gd name="csX2" fmla="*/ 90973 w 920336"/>
              <a:gd name="csY2" fmla="*/ 467832 h 497502"/>
              <a:gd name="csX3" fmla="*/ 59075 w 920336"/>
              <a:gd name="csY3" fmla="*/ 467832 h 497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20336" h="497502">
                <a:moveTo>
                  <a:pt x="112238" y="0"/>
                </a:moveTo>
                <a:cubicBezTo>
                  <a:pt x="518047" y="40758"/>
                  <a:pt x="923857" y="81516"/>
                  <a:pt x="920313" y="159488"/>
                </a:cubicBezTo>
                <a:cubicBezTo>
                  <a:pt x="916769" y="237460"/>
                  <a:pt x="234513" y="416441"/>
                  <a:pt x="90973" y="467832"/>
                </a:cubicBezTo>
                <a:cubicBezTo>
                  <a:pt x="-52567" y="519223"/>
                  <a:pt x="3254" y="493527"/>
                  <a:pt x="59075" y="467832"/>
                </a:cubicBezTo>
              </a:path>
            </a:pathLst>
          </a:cu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1" name="Forme libre 30">
            <a:extLst>
              <a:ext uri="{FF2B5EF4-FFF2-40B4-BE49-F238E27FC236}">
                <a16:creationId xmlns:a16="http://schemas.microsoft.com/office/drawing/2014/main" id="{B8B6D54B-FCD8-DDFB-8E77-8E911E97EF4E}"/>
              </a:ext>
            </a:extLst>
          </p:cNvPr>
          <p:cNvSpPr/>
          <p:nvPr/>
        </p:nvSpPr>
        <p:spPr>
          <a:xfrm rot="16557881" flipV="1">
            <a:off x="5002989" y="2433819"/>
            <a:ext cx="574334" cy="289722"/>
          </a:xfrm>
          <a:custGeom>
            <a:avLst/>
            <a:gdLst>
              <a:gd name="csX0" fmla="*/ 112238 w 920336"/>
              <a:gd name="csY0" fmla="*/ 0 h 497502"/>
              <a:gd name="csX1" fmla="*/ 920313 w 920336"/>
              <a:gd name="csY1" fmla="*/ 159488 h 497502"/>
              <a:gd name="csX2" fmla="*/ 90973 w 920336"/>
              <a:gd name="csY2" fmla="*/ 467832 h 497502"/>
              <a:gd name="csX3" fmla="*/ 59075 w 920336"/>
              <a:gd name="csY3" fmla="*/ 467832 h 497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20336" h="497502">
                <a:moveTo>
                  <a:pt x="112238" y="0"/>
                </a:moveTo>
                <a:cubicBezTo>
                  <a:pt x="518047" y="40758"/>
                  <a:pt x="923857" y="81516"/>
                  <a:pt x="920313" y="159488"/>
                </a:cubicBezTo>
                <a:cubicBezTo>
                  <a:pt x="916769" y="237460"/>
                  <a:pt x="234513" y="416441"/>
                  <a:pt x="90973" y="467832"/>
                </a:cubicBezTo>
                <a:cubicBezTo>
                  <a:pt x="-52567" y="519223"/>
                  <a:pt x="3254" y="493527"/>
                  <a:pt x="59075" y="467832"/>
                </a:cubicBezTo>
              </a:path>
            </a:pathLst>
          </a:cu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BD8FFAA-6021-972C-4259-5F30A79FFD11}"/>
              </a:ext>
            </a:extLst>
          </p:cNvPr>
          <p:cNvSpPr/>
          <p:nvPr/>
        </p:nvSpPr>
        <p:spPr>
          <a:xfrm>
            <a:off x="2883638" y="1117809"/>
            <a:ext cx="2772410" cy="8163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21837E-15B4-A212-971D-51D1E65EB060}"/>
              </a:ext>
            </a:extLst>
          </p:cNvPr>
          <p:cNvSpPr/>
          <p:nvPr/>
        </p:nvSpPr>
        <p:spPr>
          <a:xfrm>
            <a:off x="2883637" y="2078807"/>
            <a:ext cx="2772411" cy="823501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4FD614-72B2-7E90-A06C-40EAC3A23CD1}"/>
              </a:ext>
            </a:extLst>
          </p:cNvPr>
          <p:cNvSpPr/>
          <p:nvPr/>
        </p:nvSpPr>
        <p:spPr>
          <a:xfrm>
            <a:off x="2883637" y="2964201"/>
            <a:ext cx="2847312" cy="107578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6495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7B168-3853-5269-ABE3-788941C3F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6188876D-91CF-45DB-3E0C-E27416640159}"/>
              </a:ext>
            </a:extLst>
          </p:cNvPr>
          <p:cNvSpPr/>
          <p:nvPr/>
        </p:nvSpPr>
        <p:spPr>
          <a:xfrm>
            <a:off x="961956" y="1059946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E1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3B518EB1-BC35-C02D-A64F-AE92CB08409F}"/>
              </a:ext>
            </a:extLst>
          </p:cNvPr>
          <p:cNvSpPr/>
          <p:nvPr/>
        </p:nvSpPr>
        <p:spPr>
          <a:xfrm>
            <a:off x="989354" y="1853756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E2</a:t>
            </a:r>
          </a:p>
        </p:txBody>
      </p:sp>
      <p:cxnSp>
        <p:nvCxnSpPr>
          <p:cNvPr id="11" name="Connecteur en angle 10">
            <a:extLst>
              <a:ext uri="{FF2B5EF4-FFF2-40B4-BE49-F238E27FC236}">
                <a16:creationId xmlns:a16="http://schemas.microsoft.com/office/drawing/2014/main" id="{89C27128-FFC0-1306-42BA-5E2B25B1B423}"/>
              </a:ext>
            </a:extLst>
          </p:cNvPr>
          <p:cNvCxnSpPr>
            <a:cxnSpLocks/>
            <a:stCxn id="4" idx="6"/>
            <a:endCxn id="9" idx="1"/>
          </p:cNvCxnSpPr>
          <p:nvPr/>
        </p:nvCxnSpPr>
        <p:spPr>
          <a:xfrm>
            <a:off x="1429789" y="1293863"/>
            <a:ext cx="2671537" cy="184156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en angle 24">
            <a:extLst>
              <a:ext uri="{FF2B5EF4-FFF2-40B4-BE49-F238E27FC236}">
                <a16:creationId xmlns:a16="http://schemas.microsoft.com/office/drawing/2014/main" id="{3663E2EF-D460-641C-E1BA-800BA540E78E}"/>
              </a:ext>
            </a:extLst>
          </p:cNvPr>
          <p:cNvCxnSpPr>
            <a:cxnSpLocks/>
            <a:stCxn id="5" idx="6"/>
            <a:endCxn id="9" idx="1"/>
          </p:cNvCxnSpPr>
          <p:nvPr/>
        </p:nvCxnSpPr>
        <p:spPr>
          <a:xfrm flipV="1">
            <a:off x="1457187" y="1478019"/>
            <a:ext cx="2644139" cy="609654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ZoneTexte 79">
            <a:extLst>
              <a:ext uri="{FF2B5EF4-FFF2-40B4-BE49-F238E27FC236}">
                <a16:creationId xmlns:a16="http://schemas.microsoft.com/office/drawing/2014/main" id="{41BDFD13-86A6-25FB-75C4-69FAED6B5694}"/>
              </a:ext>
            </a:extLst>
          </p:cNvPr>
          <p:cNvSpPr txBox="1"/>
          <p:nvPr/>
        </p:nvSpPr>
        <p:spPr>
          <a:xfrm>
            <a:off x="3031834" y="1168509"/>
            <a:ext cx="484428" cy="307777"/>
          </a:xfrm>
          <a:prstGeom prst="rect">
            <a:avLst/>
          </a:prstGeom>
          <a:solidFill>
            <a:schemeClr val="bg1">
              <a:lumMod val="95000"/>
              <a:alpha val="70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1400" dirty="0"/>
              <a:t>w1  </a:t>
            </a:r>
            <a:endParaRPr lang="fr-FR" sz="2000" dirty="0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7F6EE462-1024-7D06-1210-F80696B7AA00}"/>
              </a:ext>
            </a:extLst>
          </p:cNvPr>
          <p:cNvSpPr/>
          <p:nvPr/>
        </p:nvSpPr>
        <p:spPr>
          <a:xfrm>
            <a:off x="8295640" y="1218099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74FD60-D35D-EE5D-0538-0D2493667C74}"/>
              </a:ext>
            </a:extLst>
          </p:cNvPr>
          <p:cNvSpPr/>
          <p:nvPr/>
        </p:nvSpPr>
        <p:spPr>
          <a:xfrm>
            <a:off x="4101326" y="1222837"/>
            <a:ext cx="587269" cy="51036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B9C1933E-3E1E-AD74-FA96-1FE487E0D7EE}"/>
              </a:ext>
            </a:extLst>
          </p:cNvPr>
          <p:cNvSpPr txBox="1"/>
          <p:nvPr/>
        </p:nvSpPr>
        <p:spPr>
          <a:xfrm>
            <a:off x="4226055" y="1218489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∑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CBE71320-9033-0F85-6C2C-EA3C6044076F}"/>
              </a:ext>
            </a:extLst>
          </p:cNvPr>
          <p:cNvSpPr txBox="1"/>
          <p:nvPr/>
        </p:nvSpPr>
        <p:spPr>
          <a:xfrm>
            <a:off x="8088273" y="652732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sortie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BDF0BFD9-3BB3-4B63-5F99-6B3C8BAA4D9C}"/>
              </a:ext>
            </a:extLst>
          </p:cNvPr>
          <p:cNvSpPr txBox="1"/>
          <p:nvPr/>
        </p:nvSpPr>
        <p:spPr>
          <a:xfrm>
            <a:off x="723595" y="603783"/>
            <a:ext cx="944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Entrées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24F90893-D37D-27D4-C194-163B8B3169BA}"/>
              </a:ext>
            </a:extLst>
          </p:cNvPr>
          <p:cNvSpPr txBox="1"/>
          <p:nvPr/>
        </p:nvSpPr>
        <p:spPr>
          <a:xfrm>
            <a:off x="3858775" y="613286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somme</a:t>
            </a: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1CB2523D-4C88-20A9-03E7-39DE8276260D}"/>
              </a:ext>
            </a:extLst>
          </p:cNvPr>
          <p:cNvSpPr txBox="1"/>
          <p:nvPr/>
        </p:nvSpPr>
        <p:spPr>
          <a:xfrm>
            <a:off x="4853251" y="613286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seuil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5197A22A-D37C-F759-10B1-0BF5077E42BE}"/>
              </a:ext>
            </a:extLst>
          </p:cNvPr>
          <p:cNvSpPr txBox="1"/>
          <p:nvPr/>
        </p:nvSpPr>
        <p:spPr>
          <a:xfrm>
            <a:off x="2883637" y="613286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poids</a:t>
            </a:r>
          </a:p>
        </p:txBody>
      </p:sp>
      <p:cxnSp>
        <p:nvCxnSpPr>
          <p:cNvPr id="16" name="Connecteur en angle 10">
            <a:extLst>
              <a:ext uri="{FF2B5EF4-FFF2-40B4-BE49-F238E27FC236}">
                <a16:creationId xmlns:a16="http://schemas.microsoft.com/office/drawing/2014/main" id="{305ECF67-80B0-2700-518D-12107D365785}"/>
              </a:ext>
            </a:extLst>
          </p:cNvPr>
          <p:cNvCxnSpPr>
            <a:cxnSpLocks/>
            <a:stCxn id="9" idx="3"/>
            <a:endCxn id="41" idx="1"/>
          </p:cNvCxnSpPr>
          <p:nvPr/>
        </p:nvCxnSpPr>
        <p:spPr>
          <a:xfrm flipV="1">
            <a:off x="4688595" y="1469573"/>
            <a:ext cx="1407405" cy="8446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Forme libre 33">
            <a:extLst>
              <a:ext uri="{FF2B5EF4-FFF2-40B4-BE49-F238E27FC236}">
                <a16:creationId xmlns:a16="http://schemas.microsoft.com/office/drawing/2014/main" id="{E1C3803F-FCEA-6E6D-708D-96ADC5F9C009}"/>
              </a:ext>
            </a:extLst>
          </p:cNvPr>
          <p:cNvSpPr/>
          <p:nvPr/>
        </p:nvSpPr>
        <p:spPr>
          <a:xfrm rot="16557881" flipV="1">
            <a:off x="5002989" y="1431699"/>
            <a:ext cx="574334" cy="289722"/>
          </a:xfrm>
          <a:custGeom>
            <a:avLst/>
            <a:gdLst>
              <a:gd name="csX0" fmla="*/ 112238 w 920336"/>
              <a:gd name="csY0" fmla="*/ 0 h 497502"/>
              <a:gd name="csX1" fmla="*/ 920313 w 920336"/>
              <a:gd name="csY1" fmla="*/ 159488 h 497502"/>
              <a:gd name="csX2" fmla="*/ 90973 w 920336"/>
              <a:gd name="csY2" fmla="*/ 467832 h 497502"/>
              <a:gd name="csX3" fmla="*/ 59075 w 920336"/>
              <a:gd name="csY3" fmla="*/ 467832 h 497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20336" h="497502">
                <a:moveTo>
                  <a:pt x="112238" y="0"/>
                </a:moveTo>
                <a:cubicBezTo>
                  <a:pt x="518047" y="40758"/>
                  <a:pt x="923857" y="81516"/>
                  <a:pt x="920313" y="159488"/>
                </a:cubicBezTo>
                <a:cubicBezTo>
                  <a:pt x="916769" y="237460"/>
                  <a:pt x="234513" y="416441"/>
                  <a:pt x="90973" y="467832"/>
                </a:cubicBezTo>
                <a:cubicBezTo>
                  <a:pt x="-52567" y="519223"/>
                  <a:pt x="3254" y="493527"/>
                  <a:pt x="59075" y="467832"/>
                </a:cubicBezTo>
              </a:path>
            </a:pathLst>
          </a:cu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E303F2-80A5-330F-722A-52DC648F0D3B}"/>
              </a:ext>
            </a:extLst>
          </p:cNvPr>
          <p:cNvSpPr/>
          <p:nvPr/>
        </p:nvSpPr>
        <p:spPr>
          <a:xfrm>
            <a:off x="2883638" y="1117809"/>
            <a:ext cx="2772410" cy="816373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AC3C52E5-EC90-9BC2-809D-09F56F055355}"/>
              </a:ext>
            </a:extLst>
          </p:cNvPr>
          <p:cNvSpPr txBox="1"/>
          <p:nvPr/>
        </p:nvSpPr>
        <p:spPr>
          <a:xfrm>
            <a:off x="3031834" y="1513559"/>
            <a:ext cx="447558" cy="307777"/>
          </a:xfrm>
          <a:prstGeom prst="rect">
            <a:avLst/>
          </a:prstGeom>
          <a:solidFill>
            <a:schemeClr val="bg1">
              <a:lumMod val="95000"/>
              <a:alpha val="70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1400" dirty="0"/>
              <a:t>w2 </a:t>
            </a:r>
            <a:endParaRPr lang="fr-FR" sz="2000" dirty="0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3917DA11-396F-C47C-4A82-E49EACE7FED7}"/>
              </a:ext>
            </a:extLst>
          </p:cNvPr>
          <p:cNvSpPr/>
          <p:nvPr/>
        </p:nvSpPr>
        <p:spPr>
          <a:xfrm>
            <a:off x="9811917" y="1182083"/>
            <a:ext cx="467833" cy="467833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O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B14AABB2-03CB-48C9-2B39-22C9940BE4F4}"/>
              </a:ext>
            </a:extLst>
          </p:cNvPr>
          <p:cNvSpPr txBox="1"/>
          <p:nvPr/>
        </p:nvSpPr>
        <p:spPr>
          <a:xfrm>
            <a:off x="9555955" y="627647"/>
            <a:ext cx="97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/>
              <a:t>Objectif</a:t>
            </a:r>
          </a:p>
        </p:txBody>
      </p:sp>
      <p:sp>
        <p:nvSpPr>
          <p:cNvPr id="35" name="Forme libre 34">
            <a:extLst>
              <a:ext uri="{FF2B5EF4-FFF2-40B4-BE49-F238E27FC236}">
                <a16:creationId xmlns:a16="http://schemas.microsoft.com/office/drawing/2014/main" id="{3D65CBDB-372B-F758-97E6-E8150F859186}"/>
              </a:ext>
            </a:extLst>
          </p:cNvPr>
          <p:cNvSpPr/>
          <p:nvPr/>
        </p:nvSpPr>
        <p:spPr>
          <a:xfrm>
            <a:off x="8782495" y="1120601"/>
            <a:ext cx="988828" cy="782795"/>
          </a:xfrm>
          <a:custGeom>
            <a:avLst/>
            <a:gdLst>
              <a:gd name="csX0" fmla="*/ 0 w 988828"/>
              <a:gd name="csY0" fmla="*/ 325427 h 782795"/>
              <a:gd name="csX1" fmla="*/ 159489 w 988828"/>
              <a:gd name="csY1" fmla="*/ 17083 h 782795"/>
              <a:gd name="csX2" fmla="*/ 255182 w 988828"/>
              <a:gd name="csY2" fmla="*/ 782627 h 782795"/>
              <a:gd name="csX3" fmla="*/ 382772 w 988828"/>
              <a:gd name="csY3" fmla="*/ 91511 h 782795"/>
              <a:gd name="csX4" fmla="*/ 531628 w 988828"/>
              <a:gd name="csY4" fmla="*/ 612506 h 782795"/>
              <a:gd name="csX5" fmla="*/ 627321 w 988828"/>
              <a:gd name="csY5" fmla="*/ 38348 h 782795"/>
              <a:gd name="csX6" fmla="*/ 754912 w 988828"/>
              <a:gd name="csY6" fmla="*/ 686934 h 782795"/>
              <a:gd name="csX7" fmla="*/ 797442 w 988828"/>
              <a:gd name="csY7" fmla="*/ 27715 h 782795"/>
              <a:gd name="csX8" fmla="*/ 988828 w 988828"/>
              <a:gd name="csY8" fmla="*/ 250999 h 7827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988828" h="782795" extrusionOk="0">
                <a:moveTo>
                  <a:pt x="0" y="325427"/>
                </a:moveTo>
                <a:cubicBezTo>
                  <a:pt x="38676" y="120940"/>
                  <a:pt x="94018" y="-50507"/>
                  <a:pt x="159489" y="17083"/>
                </a:cubicBezTo>
                <a:cubicBezTo>
                  <a:pt x="211839" y="95350"/>
                  <a:pt x="216828" y="770258"/>
                  <a:pt x="255182" y="782627"/>
                </a:cubicBezTo>
                <a:cubicBezTo>
                  <a:pt x="282368" y="804825"/>
                  <a:pt x="334309" y="133068"/>
                  <a:pt x="382772" y="91511"/>
                </a:cubicBezTo>
                <a:cubicBezTo>
                  <a:pt x="419905" y="58266"/>
                  <a:pt x="499172" y="625333"/>
                  <a:pt x="531628" y="612506"/>
                </a:cubicBezTo>
                <a:cubicBezTo>
                  <a:pt x="573688" y="603800"/>
                  <a:pt x="594623" y="16650"/>
                  <a:pt x="627321" y="38348"/>
                </a:cubicBezTo>
                <a:cubicBezTo>
                  <a:pt x="663369" y="50574"/>
                  <a:pt x="723424" y="691657"/>
                  <a:pt x="754912" y="686934"/>
                </a:cubicBezTo>
                <a:cubicBezTo>
                  <a:pt x="781952" y="672637"/>
                  <a:pt x="755676" y="104235"/>
                  <a:pt x="797442" y="27715"/>
                </a:cubicBezTo>
                <a:cubicBezTo>
                  <a:pt x="841558" y="-42069"/>
                  <a:pt x="960891" y="186249"/>
                  <a:pt x="988828" y="250999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988828"/>
                      <a:gd name="csY0" fmla="*/ 325427 h 782795"/>
                      <a:gd name="csX1" fmla="*/ 159489 w 988828"/>
                      <a:gd name="csY1" fmla="*/ 17083 h 782795"/>
                      <a:gd name="csX2" fmla="*/ 255182 w 988828"/>
                      <a:gd name="csY2" fmla="*/ 782627 h 782795"/>
                      <a:gd name="csX3" fmla="*/ 382772 w 988828"/>
                      <a:gd name="csY3" fmla="*/ 91511 h 782795"/>
                      <a:gd name="csX4" fmla="*/ 531628 w 988828"/>
                      <a:gd name="csY4" fmla="*/ 612506 h 782795"/>
                      <a:gd name="csX5" fmla="*/ 627321 w 988828"/>
                      <a:gd name="csY5" fmla="*/ 38348 h 782795"/>
                      <a:gd name="csX6" fmla="*/ 754912 w 988828"/>
                      <a:gd name="csY6" fmla="*/ 686934 h 782795"/>
                      <a:gd name="csX7" fmla="*/ 797442 w 988828"/>
                      <a:gd name="csY7" fmla="*/ 27715 h 782795"/>
                      <a:gd name="csX8" fmla="*/ 988828 w 988828"/>
                      <a:gd name="csY8" fmla="*/ 250999 h 78279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988828" h="782795">
                        <a:moveTo>
                          <a:pt x="0" y="325427"/>
                        </a:moveTo>
                        <a:cubicBezTo>
                          <a:pt x="58479" y="133155"/>
                          <a:pt x="116959" y="-59117"/>
                          <a:pt x="159489" y="17083"/>
                        </a:cubicBezTo>
                        <a:cubicBezTo>
                          <a:pt x="202019" y="93283"/>
                          <a:pt x="217968" y="770222"/>
                          <a:pt x="255182" y="782627"/>
                        </a:cubicBezTo>
                        <a:cubicBezTo>
                          <a:pt x="292396" y="795032"/>
                          <a:pt x="336698" y="119864"/>
                          <a:pt x="382772" y="91511"/>
                        </a:cubicBezTo>
                        <a:cubicBezTo>
                          <a:pt x="428846" y="63158"/>
                          <a:pt x="490870" y="621366"/>
                          <a:pt x="531628" y="612506"/>
                        </a:cubicBezTo>
                        <a:cubicBezTo>
                          <a:pt x="572386" y="603646"/>
                          <a:pt x="590107" y="25943"/>
                          <a:pt x="627321" y="38348"/>
                        </a:cubicBezTo>
                        <a:cubicBezTo>
                          <a:pt x="664535" y="50753"/>
                          <a:pt x="726559" y="688706"/>
                          <a:pt x="754912" y="686934"/>
                        </a:cubicBezTo>
                        <a:cubicBezTo>
                          <a:pt x="783265" y="685162"/>
                          <a:pt x="758456" y="100371"/>
                          <a:pt x="797442" y="27715"/>
                        </a:cubicBezTo>
                        <a:cubicBezTo>
                          <a:pt x="836428" y="-44941"/>
                          <a:pt x="942754" y="181888"/>
                          <a:pt x="988828" y="250999"/>
                        </a:cubicBez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6C9E5668-1488-091E-7E89-DC3C4978B0B8}"/>
              </a:ext>
            </a:extLst>
          </p:cNvPr>
          <p:cNvSpPr txBox="1"/>
          <p:nvPr/>
        </p:nvSpPr>
        <p:spPr>
          <a:xfrm>
            <a:off x="5068315" y="1218218"/>
            <a:ext cx="308098" cy="307777"/>
          </a:xfrm>
          <a:prstGeom prst="rect">
            <a:avLst/>
          </a:prstGeom>
          <a:solidFill>
            <a:schemeClr val="bg1">
              <a:lumMod val="95000"/>
              <a:alpha val="70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1400" dirty="0"/>
              <a:t>s </a:t>
            </a:r>
            <a:endParaRPr lang="fr-FR" sz="2000" dirty="0"/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0F51C727-68E5-EE58-7747-279DA022F8DE}"/>
              </a:ext>
            </a:extLst>
          </p:cNvPr>
          <p:cNvSpPr txBox="1"/>
          <p:nvPr/>
        </p:nvSpPr>
        <p:spPr>
          <a:xfrm>
            <a:off x="6272547" y="1187711"/>
            <a:ext cx="1089722" cy="52322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fr-FR" sz="1400" dirty="0"/>
              <a:t>Fonction </a:t>
            </a:r>
            <a:br>
              <a:rPr lang="fr-FR" sz="1400" dirty="0"/>
            </a:br>
            <a:r>
              <a:rPr lang="fr-FR" sz="1400" dirty="0"/>
              <a:t>d’activation</a:t>
            </a:r>
          </a:p>
        </p:txBody>
      </p:sp>
      <p:sp>
        <p:nvSpPr>
          <p:cNvPr id="41" name="Accolade ouvrante 40">
            <a:extLst>
              <a:ext uri="{FF2B5EF4-FFF2-40B4-BE49-F238E27FC236}">
                <a16:creationId xmlns:a16="http://schemas.microsoft.com/office/drawing/2014/main" id="{99726E9F-9780-0510-5C2F-9A3BF4E51762}"/>
              </a:ext>
            </a:extLst>
          </p:cNvPr>
          <p:cNvSpPr/>
          <p:nvPr/>
        </p:nvSpPr>
        <p:spPr>
          <a:xfrm>
            <a:off x="6096000" y="1117809"/>
            <a:ext cx="198474" cy="703527"/>
          </a:xfrm>
          <a:prstGeom prst="leftBrac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Accolade fermante 43">
            <a:extLst>
              <a:ext uri="{FF2B5EF4-FFF2-40B4-BE49-F238E27FC236}">
                <a16:creationId xmlns:a16="http://schemas.microsoft.com/office/drawing/2014/main" id="{740F0470-DC39-1F42-9AFA-CD404DAD67EB}"/>
              </a:ext>
            </a:extLst>
          </p:cNvPr>
          <p:cNvSpPr/>
          <p:nvPr/>
        </p:nvSpPr>
        <p:spPr>
          <a:xfrm>
            <a:off x="7330370" y="1059946"/>
            <a:ext cx="197481" cy="793810"/>
          </a:xfrm>
          <a:prstGeom prst="rightBrac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3620A07D-8365-2A26-963B-272B488BA958}"/>
              </a:ext>
            </a:extLst>
          </p:cNvPr>
          <p:cNvCxnSpPr>
            <a:stCxn id="44" idx="1"/>
            <a:endCxn id="3" idx="2"/>
          </p:cNvCxnSpPr>
          <p:nvPr/>
        </p:nvCxnSpPr>
        <p:spPr>
          <a:xfrm flipV="1">
            <a:off x="7527851" y="1452016"/>
            <a:ext cx="767789" cy="4835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ZoneTexte 59">
            <a:extLst>
              <a:ext uri="{FF2B5EF4-FFF2-40B4-BE49-F238E27FC236}">
                <a16:creationId xmlns:a16="http://schemas.microsoft.com/office/drawing/2014/main" id="{01F4BE66-5511-B225-8E11-67F6F5A9E6A1}"/>
              </a:ext>
            </a:extLst>
          </p:cNvPr>
          <p:cNvSpPr txBox="1"/>
          <p:nvPr/>
        </p:nvSpPr>
        <p:spPr>
          <a:xfrm>
            <a:off x="8688344" y="2070098"/>
            <a:ext cx="1357488" cy="307777"/>
          </a:xfrm>
          <a:prstGeom prst="rect">
            <a:avLst/>
          </a:prstGeom>
          <a:solidFill>
            <a:schemeClr val="bg1">
              <a:lumMod val="95000"/>
              <a:alpha val="70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1400" dirty="0"/>
              <a:t>apprentissage  </a:t>
            </a:r>
            <a:endParaRPr lang="fr-FR" sz="2000" dirty="0"/>
          </a:p>
        </p:txBody>
      </p:sp>
      <p:cxnSp>
        <p:nvCxnSpPr>
          <p:cNvPr id="62" name="Connecteur en angle 61">
            <a:extLst>
              <a:ext uri="{FF2B5EF4-FFF2-40B4-BE49-F238E27FC236}">
                <a16:creationId xmlns:a16="http://schemas.microsoft.com/office/drawing/2014/main" id="{4859D3E4-1B7E-0A99-0285-320127233248}"/>
              </a:ext>
            </a:extLst>
          </p:cNvPr>
          <p:cNvCxnSpPr>
            <a:cxnSpLocks/>
            <a:stCxn id="60" idx="2"/>
            <a:endCxn id="2" idx="2"/>
          </p:cNvCxnSpPr>
          <p:nvPr/>
        </p:nvCxnSpPr>
        <p:spPr>
          <a:xfrm rot="5400000" flipH="1">
            <a:off x="6596619" y="-392593"/>
            <a:ext cx="443693" cy="5097245"/>
          </a:xfrm>
          <a:prstGeom prst="bentConnector3">
            <a:avLst>
              <a:gd name="adj1" fmla="val -51522"/>
            </a:avLst>
          </a:prstGeom>
          <a:ln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6" name="Image 65">
            <a:extLst>
              <a:ext uri="{FF2B5EF4-FFF2-40B4-BE49-F238E27FC236}">
                <a16:creationId xmlns:a16="http://schemas.microsoft.com/office/drawing/2014/main" id="{D40F3C90-5F79-4E45-F610-0C5B03A52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3432" y="3289995"/>
            <a:ext cx="7772400" cy="1940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366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22C2736B-7AC0-4546-1B59-A1350046D3B5}"/>
              </a:ext>
            </a:extLst>
          </p:cNvPr>
          <p:cNvSpPr/>
          <p:nvPr/>
        </p:nvSpPr>
        <p:spPr>
          <a:xfrm>
            <a:off x="961956" y="1059946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0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EFC3282-3071-BB23-C88E-DAF10842F4EA}"/>
              </a:ext>
            </a:extLst>
          </p:cNvPr>
          <p:cNvSpPr/>
          <p:nvPr/>
        </p:nvSpPr>
        <p:spPr>
          <a:xfrm>
            <a:off x="989354" y="1853756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1</a:t>
            </a:r>
          </a:p>
        </p:txBody>
      </p:sp>
      <p:cxnSp>
        <p:nvCxnSpPr>
          <p:cNvPr id="6" name="Connecteur en angle 10">
            <a:extLst>
              <a:ext uri="{FF2B5EF4-FFF2-40B4-BE49-F238E27FC236}">
                <a16:creationId xmlns:a16="http://schemas.microsoft.com/office/drawing/2014/main" id="{C6C4A009-05C3-D9BD-977B-F750AEA48AC6}"/>
              </a:ext>
            </a:extLst>
          </p:cNvPr>
          <p:cNvCxnSpPr>
            <a:cxnSpLocks/>
            <a:stCxn id="4" idx="6"/>
            <a:endCxn id="10" idx="1"/>
          </p:cNvCxnSpPr>
          <p:nvPr/>
        </p:nvCxnSpPr>
        <p:spPr>
          <a:xfrm>
            <a:off x="1429789" y="1293863"/>
            <a:ext cx="2671537" cy="184156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en angle 24">
            <a:extLst>
              <a:ext uri="{FF2B5EF4-FFF2-40B4-BE49-F238E27FC236}">
                <a16:creationId xmlns:a16="http://schemas.microsoft.com/office/drawing/2014/main" id="{26AB70A8-7E07-3D2B-FEDA-A527C2C4C08E}"/>
              </a:ext>
            </a:extLst>
          </p:cNvPr>
          <p:cNvCxnSpPr>
            <a:cxnSpLocks/>
            <a:stCxn id="5" idx="6"/>
            <a:endCxn id="10" idx="1"/>
          </p:cNvCxnSpPr>
          <p:nvPr/>
        </p:nvCxnSpPr>
        <p:spPr>
          <a:xfrm flipV="1">
            <a:off x="1457187" y="1478019"/>
            <a:ext cx="2644139" cy="609654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ZoneTexte 7">
            <a:extLst>
              <a:ext uri="{FF2B5EF4-FFF2-40B4-BE49-F238E27FC236}">
                <a16:creationId xmlns:a16="http://schemas.microsoft.com/office/drawing/2014/main" id="{4E776ECC-BF7D-8207-456C-62171DFE4C4D}"/>
              </a:ext>
            </a:extLst>
          </p:cNvPr>
          <p:cNvSpPr txBox="1"/>
          <p:nvPr/>
        </p:nvSpPr>
        <p:spPr>
          <a:xfrm>
            <a:off x="3031834" y="1168509"/>
            <a:ext cx="484428" cy="307777"/>
          </a:xfrm>
          <a:prstGeom prst="rect">
            <a:avLst/>
          </a:prstGeom>
          <a:solidFill>
            <a:schemeClr val="bg1">
              <a:lumMod val="95000"/>
              <a:alpha val="70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1400" dirty="0"/>
              <a:t>w1  </a:t>
            </a:r>
            <a:endParaRPr lang="fr-FR" sz="2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8177DB-C9B0-9851-C5E5-9598A08A41B1}"/>
              </a:ext>
            </a:extLst>
          </p:cNvPr>
          <p:cNvSpPr/>
          <p:nvPr/>
        </p:nvSpPr>
        <p:spPr>
          <a:xfrm>
            <a:off x="4101326" y="1222837"/>
            <a:ext cx="587269" cy="51036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C4B744E-57A2-63DD-6FFB-23C53A0E646B}"/>
              </a:ext>
            </a:extLst>
          </p:cNvPr>
          <p:cNvSpPr txBox="1"/>
          <p:nvPr/>
        </p:nvSpPr>
        <p:spPr>
          <a:xfrm>
            <a:off x="4226055" y="1218489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∑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69E1F0A-0725-3119-C24C-85E52181EED4}"/>
              </a:ext>
            </a:extLst>
          </p:cNvPr>
          <p:cNvSpPr txBox="1"/>
          <p:nvPr/>
        </p:nvSpPr>
        <p:spPr>
          <a:xfrm>
            <a:off x="7305676" y="631458"/>
            <a:ext cx="1022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Feu vert 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A4B2599E-2F49-AB75-FD8C-DBBC0B9B11A4}"/>
              </a:ext>
            </a:extLst>
          </p:cNvPr>
          <p:cNvSpPr txBox="1"/>
          <p:nvPr/>
        </p:nvSpPr>
        <p:spPr>
          <a:xfrm>
            <a:off x="634121" y="613286"/>
            <a:ext cx="1277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Numéro: 1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F770EE4D-9489-C6DD-B6B1-0092FFBBF896}"/>
              </a:ext>
            </a:extLst>
          </p:cNvPr>
          <p:cNvSpPr txBox="1"/>
          <p:nvPr/>
        </p:nvSpPr>
        <p:spPr>
          <a:xfrm>
            <a:off x="3858775" y="613286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somme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9374FABC-2E80-5AC3-8009-1E1076185950}"/>
              </a:ext>
            </a:extLst>
          </p:cNvPr>
          <p:cNvSpPr txBox="1"/>
          <p:nvPr/>
        </p:nvSpPr>
        <p:spPr>
          <a:xfrm>
            <a:off x="4853251" y="613286"/>
            <a:ext cx="785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- seuil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0276C022-E67C-8B4F-F462-473922A1AF2E}"/>
              </a:ext>
            </a:extLst>
          </p:cNvPr>
          <p:cNvSpPr txBox="1"/>
          <p:nvPr/>
        </p:nvSpPr>
        <p:spPr>
          <a:xfrm>
            <a:off x="2883637" y="613286"/>
            <a:ext cx="912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X</a:t>
            </a:r>
            <a:r>
              <a:rPr lang="fr-FR" dirty="0"/>
              <a:t> poids</a:t>
            </a:r>
          </a:p>
        </p:txBody>
      </p:sp>
      <p:cxnSp>
        <p:nvCxnSpPr>
          <p:cNvPr id="17" name="Connecteur en angle 10">
            <a:extLst>
              <a:ext uri="{FF2B5EF4-FFF2-40B4-BE49-F238E27FC236}">
                <a16:creationId xmlns:a16="http://schemas.microsoft.com/office/drawing/2014/main" id="{18462B41-1833-7A1A-01C8-8A0635968AA2}"/>
              </a:ext>
            </a:extLst>
          </p:cNvPr>
          <p:cNvCxnSpPr>
            <a:cxnSpLocks/>
            <a:stCxn id="10" idx="3"/>
            <a:endCxn id="26" idx="1"/>
          </p:cNvCxnSpPr>
          <p:nvPr/>
        </p:nvCxnSpPr>
        <p:spPr>
          <a:xfrm flipV="1">
            <a:off x="4688595" y="1469573"/>
            <a:ext cx="1407405" cy="8446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orme libre 17">
            <a:extLst>
              <a:ext uri="{FF2B5EF4-FFF2-40B4-BE49-F238E27FC236}">
                <a16:creationId xmlns:a16="http://schemas.microsoft.com/office/drawing/2014/main" id="{96251E97-F168-96DB-AEDE-051925FF25DD}"/>
              </a:ext>
            </a:extLst>
          </p:cNvPr>
          <p:cNvSpPr/>
          <p:nvPr/>
        </p:nvSpPr>
        <p:spPr>
          <a:xfrm rot="16557881" flipV="1">
            <a:off x="5002989" y="1431699"/>
            <a:ext cx="574334" cy="289722"/>
          </a:xfrm>
          <a:custGeom>
            <a:avLst/>
            <a:gdLst>
              <a:gd name="csX0" fmla="*/ 112238 w 920336"/>
              <a:gd name="csY0" fmla="*/ 0 h 497502"/>
              <a:gd name="csX1" fmla="*/ 920313 w 920336"/>
              <a:gd name="csY1" fmla="*/ 159488 h 497502"/>
              <a:gd name="csX2" fmla="*/ 90973 w 920336"/>
              <a:gd name="csY2" fmla="*/ 467832 h 497502"/>
              <a:gd name="csX3" fmla="*/ 59075 w 920336"/>
              <a:gd name="csY3" fmla="*/ 467832 h 497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20336" h="497502">
                <a:moveTo>
                  <a:pt x="112238" y="0"/>
                </a:moveTo>
                <a:cubicBezTo>
                  <a:pt x="518047" y="40758"/>
                  <a:pt x="923857" y="81516"/>
                  <a:pt x="920313" y="159488"/>
                </a:cubicBezTo>
                <a:cubicBezTo>
                  <a:pt x="916769" y="237460"/>
                  <a:pt x="234513" y="416441"/>
                  <a:pt x="90973" y="467832"/>
                </a:cubicBezTo>
                <a:cubicBezTo>
                  <a:pt x="-52567" y="519223"/>
                  <a:pt x="3254" y="493527"/>
                  <a:pt x="59075" y="467832"/>
                </a:cubicBezTo>
              </a:path>
            </a:pathLst>
          </a:cu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102F1A-EEEB-F1F4-A618-276E1A2299D6}"/>
              </a:ext>
            </a:extLst>
          </p:cNvPr>
          <p:cNvSpPr/>
          <p:nvPr/>
        </p:nvSpPr>
        <p:spPr>
          <a:xfrm>
            <a:off x="2883638" y="1117809"/>
            <a:ext cx="2772410" cy="816373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E050CEBA-4B2E-6124-FA3D-BC1D89BA8C23}"/>
              </a:ext>
            </a:extLst>
          </p:cNvPr>
          <p:cNvSpPr txBox="1"/>
          <p:nvPr/>
        </p:nvSpPr>
        <p:spPr>
          <a:xfrm>
            <a:off x="3031834" y="1513559"/>
            <a:ext cx="447558" cy="307777"/>
          </a:xfrm>
          <a:prstGeom prst="rect">
            <a:avLst/>
          </a:prstGeom>
          <a:solidFill>
            <a:schemeClr val="bg1">
              <a:lumMod val="95000"/>
              <a:alpha val="70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1400" dirty="0"/>
              <a:t>w2 </a:t>
            </a:r>
            <a:endParaRPr lang="fr-FR" sz="2000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0699CCA4-648B-41A9-2CF7-7EFE34389318}"/>
              </a:ext>
            </a:extLst>
          </p:cNvPr>
          <p:cNvSpPr txBox="1"/>
          <p:nvPr/>
        </p:nvSpPr>
        <p:spPr>
          <a:xfrm>
            <a:off x="5068315" y="1218218"/>
            <a:ext cx="308098" cy="307777"/>
          </a:xfrm>
          <a:prstGeom prst="rect">
            <a:avLst/>
          </a:prstGeom>
          <a:solidFill>
            <a:schemeClr val="bg1">
              <a:lumMod val="95000"/>
              <a:alpha val="70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1400" dirty="0"/>
              <a:t>s </a:t>
            </a:r>
            <a:endParaRPr lang="fr-FR" sz="2000" dirty="0"/>
          </a:p>
        </p:txBody>
      </p:sp>
      <p:sp>
        <p:nvSpPr>
          <p:cNvPr id="26" name="Accolade ouvrante 25">
            <a:extLst>
              <a:ext uri="{FF2B5EF4-FFF2-40B4-BE49-F238E27FC236}">
                <a16:creationId xmlns:a16="http://schemas.microsoft.com/office/drawing/2014/main" id="{6C3E41C7-B061-0535-5D2D-0499E84C1D4D}"/>
              </a:ext>
            </a:extLst>
          </p:cNvPr>
          <p:cNvSpPr/>
          <p:nvPr/>
        </p:nvSpPr>
        <p:spPr>
          <a:xfrm>
            <a:off x="6096000" y="1117809"/>
            <a:ext cx="198474" cy="703527"/>
          </a:xfrm>
          <a:prstGeom prst="leftBrac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Accolade fermante 26">
            <a:extLst>
              <a:ext uri="{FF2B5EF4-FFF2-40B4-BE49-F238E27FC236}">
                <a16:creationId xmlns:a16="http://schemas.microsoft.com/office/drawing/2014/main" id="{BF4B874E-8B9C-F2DB-2418-734BB7BA22BF}"/>
              </a:ext>
            </a:extLst>
          </p:cNvPr>
          <p:cNvSpPr/>
          <p:nvPr/>
        </p:nvSpPr>
        <p:spPr>
          <a:xfrm>
            <a:off x="6724301" y="1059946"/>
            <a:ext cx="197481" cy="793810"/>
          </a:xfrm>
          <a:prstGeom prst="rightBrac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39F8378A-80E1-C112-2507-8E1B7564B356}"/>
              </a:ext>
            </a:extLst>
          </p:cNvPr>
          <p:cNvCxnSpPr>
            <a:cxnSpLocks/>
            <a:stCxn id="27" idx="1"/>
          </p:cNvCxnSpPr>
          <p:nvPr/>
        </p:nvCxnSpPr>
        <p:spPr>
          <a:xfrm flipV="1">
            <a:off x="6921782" y="1452016"/>
            <a:ext cx="767789" cy="4835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Ellipse 30">
            <a:extLst>
              <a:ext uri="{FF2B5EF4-FFF2-40B4-BE49-F238E27FC236}">
                <a16:creationId xmlns:a16="http://schemas.microsoft.com/office/drawing/2014/main" id="{62F5F92B-CAFD-F0DE-BA84-D019D3F04431}"/>
              </a:ext>
            </a:extLst>
          </p:cNvPr>
          <p:cNvSpPr/>
          <p:nvPr/>
        </p:nvSpPr>
        <p:spPr>
          <a:xfrm>
            <a:off x="7689571" y="1196825"/>
            <a:ext cx="467833" cy="498894"/>
          </a:xfrm>
          <a:prstGeom prst="ellipse">
            <a:avLst/>
          </a:prstGeom>
          <a:solidFill>
            <a:srgbClr val="00B050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C12B165D-2033-93E6-875E-BFADD3F755E0}"/>
              </a:ext>
            </a:extLst>
          </p:cNvPr>
          <p:cNvSpPr txBox="1"/>
          <p:nvPr/>
        </p:nvSpPr>
        <p:spPr>
          <a:xfrm>
            <a:off x="6228452" y="1236056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&gt;=0</a:t>
            </a:r>
          </a:p>
        </p:txBody>
      </p:sp>
    </p:spTree>
    <p:extLst>
      <p:ext uri="{BB962C8B-B14F-4D97-AF65-F5344CB8AC3E}">
        <p14:creationId xmlns:p14="http://schemas.microsoft.com/office/powerpoint/2010/main" val="606689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D91E3C53-8C18-E4B8-2C1B-41D54828848D}"/>
              </a:ext>
            </a:extLst>
          </p:cNvPr>
          <p:cNvSpPr/>
          <p:nvPr/>
        </p:nvSpPr>
        <p:spPr>
          <a:xfrm>
            <a:off x="3462338" y="2237007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/>
              <a:t>b1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EFC181F5-CC98-03A8-C9AE-41434A5B6615}"/>
              </a:ext>
            </a:extLst>
          </p:cNvPr>
          <p:cNvSpPr/>
          <p:nvPr/>
        </p:nvSpPr>
        <p:spPr>
          <a:xfrm>
            <a:off x="3497644" y="3037881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/>
              <a:t>b0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244181EC-568A-357B-0563-3C889EC83BA9}"/>
              </a:ext>
            </a:extLst>
          </p:cNvPr>
          <p:cNvSpPr/>
          <p:nvPr/>
        </p:nvSpPr>
        <p:spPr>
          <a:xfrm>
            <a:off x="4739380" y="5591734"/>
            <a:ext cx="467833" cy="498894"/>
          </a:xfrm>
          <a:prstGeom prst="ellipse">
            <a:avLst/>
          </a:prstGeom>
          <a:solidFill>
            <a:srgbClr val="00B050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E75EE211-43AE-E148-F80A-F868FC23E2E3}"/>
              </a:ext>
            </a:extLst>
          </p:cNvPr>
          <p:cNvSpPr/>
          <p:nvPr/>
        </p:nvSpPr>
        <p:spPr>
          <a:xfrm>
            <a:off x="5776518" y="5559645"/>
            <a:ext cx="467833" cy="498894"/>
          </a:xfrm>
          <a:prstGeom prst="ellipse">
            <a:avLst/>
          </a:prstGeom>
          <a:solidFill>
            <a:srgbClr val="FFC000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B37C30E5-9C78-6066-2E9D-0D14478F4A99}"/>
              </a:ext>
            </a:extLst>
          </p:cNvPr>
          <p:cNvSpPr/>
          <p:nvPr/>
        </p:nvSpPr>
        <p:spPr>
          <a:xfrm>
            <a:off x="6734069" y="5557512"/>
            <a:ext cx="467833" cy="498894"/>
          </a:xfrm>
          <a:prstGeom prst="ellipse">
            <a:avLst/>
          </a:prstGeom>
          <a:solidFill>
            <a:srgbClr val="FF0000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" name="Connecteur en angle 9">
            <a:extLst>
              <a:ext uri="{FF2B5EF4-FFF2-40B4-BE49-F238E27FC236}">
                <a16:creationId xmlns:a16="http://schemas.microsoft.com/office/drawing/2014/main" id="{7D48F73A-1E69-2F85-C951-6B278F7C60E4}"/>
              </a:ext>
            </a:extLst>
          </p:cNvPr>
          <p:cNvCxnSpPr>
            <a:cxnSpLocks/>
            <a:stCxn id="4" idx="6"/>
            <a:endCxn id="54" idx="0"/>
          </p:cNvCxnSpPr>
          <p:nvPr/>
        </p:nvCxnSpPr>
        <p:spPr>
          <a:xfrm>
            <a:off x="3930171" y="2470924"/>
            <a:ext cx="1769233" cy="1523261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en angle 11">
            <a:extLst>
              <a:ext uri="{FF2B5EF4-FFF2-40B4-BE49-F238E27FC236}">
                <a16:creationId xmlns:a16="http://schemas.microsoft.com/office/drawing/2014/main" id="{BD5DA669-941F-9688-6E2B-BFD8FCE40449}"/>
              </a:ext>
            </a:extLst>
          </p:cNvPr>
          <p:cNvCxnSpPr>
            <a:cxnSpLocks/>
            <a:stCxn id="4" idx="7"/>
            <a:endCxn id="49" idx="0"/>
          </p:cNvCxnSpPr>
          <p:nvPr/>
        </p:nvCxnSpPr>
        <p:spPr>
          <a:xfrm rot="16200000" flipH="1">
            <a:off x="4424163" y="1743015"/>
            <a:ext cx="1698008" cy="2823018"/>
          </a:xfrm>
          <a:prstGeom prst="bentConnector3">
            <a:avLst>
              <a:gd name="adj1" fmla="val 23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en angle 24">
            <a:extLst>
              <a:ext uri="{FF2B5EF4-FFF2-40B4-BE49-F238E27FC236}">
                <a16:creationId xmlns:a16="http://schemas.microsoft.com/office/drawing/2014/main" id="{21C4E9B7-8101-97BA-A2F0-941803022923}"/>
              </a:ext>
            </a:extLst>
          </p:cNvPr>
          <p:cNvCxnSpPr>
            <a:cxnSpLocks/>
            <a:stCxn id="5" idx="7"/>
            <a:endCxn id="49" idx="0"/>
          </p:cNvCxnSpPr>
          <p:nvPr/>
        </p:nvCxnSpPr>
        <p:spPr>
          <a:xfrm rot="16200000" flipH="1">
            <a:off x="4842253" y="2161105"/>
            <a:ext cx="897134" cy="2787712"/>
          </a:xfrm>
          <a:prstGeom prst="bentConnector3">
            <a:avLst>
              <a:gd name="adj1" fmla="val 394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2CAA1394-16C3-21EB-5649-A99F63BE4C22}"/>
              </a:ext>
            </a:extLst>
          </p:cNvPr>
          <p:cNvGrpSpPr/>
          <p:nvPr/>
        </p:nvGrpSpPr>
        <p:grpSpPr>
          <a:xfrm>
            <a:off x="6386662" y="4003528"/>
            <a:ext cx="587269" cy="514711"/>
            <a:chOff x="4101326" y="1218489"/>
            <a:chExt cx="587269" cy="514711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70E4759-F068-0F98-62E7-C6681A08E1C0}"/>
                </a:ext>
              </a:extLst>
            </p:cNvPr>
            <p:cNvSpPr/>
            <p:nvPr/>
          </p:nvSpPr>
          <p:spPr>
            <a:xfrm>
              <a:off x="4101326" y="1222837"/>
              <a:ext cx="587269" cy="51036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A6E666F9-140F-5AF1-0885-70C74385DDE7}"/>
                </a:ext>
              </a:extLst>
            </p:cNvPr>
            <p:cNvSpPr txBox="1"/>
            <p:nvPr/>
          </p:nvSpPr>
          <p:spPr>
            <a:xfrm>
              <a:off x="4226055" y="1218489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/>
                <a:t>∑</a:t>
              </a:r>
            </a:p>
          </p:txBody>
        </p:sp>
      </p:grp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1056DA3E-4F01-C52A-8968-0A0610818791}"/>
              </a:ext>
            </a:extLst>
          </p:cNvPr>
          <p:cNvGrpSpPr/>
          <p:nvPr/>
        </p:nvGrpSpPr>
        <p:grpSpPr>
          <a:xfrm>
            <a:off x="4362796" y="4026615"/>
            <a:ext cx="587269" cy="517449"/>
            <a:chOff x="4143713" y="3114949"/>
            <a:chExt cx="587269" cy="517449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CB5D6F6F-1CE8-6585-C5E9-942883B5433A}"/>
                </a:ext>
              </a:extLst>
            </p:cNvPr>
            <p:cNvSpPr/>
            <p:nvPr/>
          </p:nvSpPr>
          <p:spPr>
            <a:xfrm>
              <a:off x="4143713" y="3122035"/>
              <a:ext cx="587269" cy="510363"/>
            </a:xfrm>
            <a:prstGeom prst="rect">
              <a:avLst/>
            </a:prstGeom>
            <a:noFill/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ZoneTexte 51">
              <a:extLst>
                <a:ext uri="{FF2B5EF4-FFF2-40B4-BE49-F238E27FC236}">
                  <a16:creationId xmlns:a16="http://schemas.microsoft.com/office/drawing/2014/main" id="{B226B694-B6BF-A022-E3AC-DE1015951B63}"/>
                </a:ext>
              </a:extLst>
            </p:cNvPr>
            <p:cNvSpPr txBox="1"/>
            <p:nvPr/>
          </p:nvSpPr>
          <p:spPr>
            <a:xfrm>
              <a:off x="4269244" y="3114949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/>
                <a:t>∑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2A48B22D-5982-F12E-C1FA-BA6B46462EF3}"/>
              </a:ext>
            </a:extLst>
          </p:cNvPr>
          <p:cNvGrpSpPr/>
          <p:nvPr/>
        </p:nvGrpSpPr>
        <p:grpSpPr>
          <a:xfrm>
            <a:off x="5405769" y="3994185"/>
            <a:ext cx="587269" cy="517030"/>
            <a:chOff x="4128293" y="2122041"/>
            <a:chExt cx="587269" cy="517030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678672B-B050-85EF-8ACF-29A72F5DE13E}"/>
                </a:ext>
              </a:extLst>
            </p:cNvPr>
            <p:cNvSpPr/>
            <p:nvPr/>
          </p:nvSpPr>
          <p:spPr>
            <a:xfrm>
              <a:off x="4128293" y="2122041"/>
              <a:ext cx="587269" cy="510363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DB1F5641-B7E7-D370-5726-3CDDC5E15206}"/>
                </a:ext>
              </a:extLst>
            </p:cNvPr>
            <p:cNvSpPr txBox="1"/>
            <p:nvPr/>
          </p:nvSpPr>
          <p:spPr>
            <a:xfrm>
              <a:off x="4270690" y="2177406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/>
                <a:t>∑</a:t>
              </a:r>
            </a:p>
          </p:txBody>
        </p:sp>
      </p:grpSp>
      <p:cxnSp>
        <p:nvCxnSpPr>
          <p:cNvPr id="77" name="Connecteur en angle 9">
            <a:extLst>
              <a:ext uri="{FF2B5EF4-FFF2-40B4-BE49-F238E27FC236}">
                <a16:creationId xmlns:a16="http://schemas.microsoft.com/office/drawing/2014/main" id="{A161E7F9-B2DA-61E6-1D02-F87C5D9AA3DB}"/>
              </a:ext>
            </a:extLst>
          </p:cNvPr>
          <p:cNvCxnSpPr>
            <a:cxnSpLocks/>
            <a:stCxn id="4" idx="5"/>
            <a:endCxn id="52" idx="0"/>
          </p:cNvCxnSpPr>
          <p:nvPr/>
        </p:nvCxnSpPr>
        <p:spPr>
          <a:xfrm rot="16200000" flipH="1">
            <a:off x="3566491" y="2931494"/>
            <a:ext cx="1390288" cy="799954"/>
          </a:xfrm>
          <a:prstGeom prst="bentConnector3">
            <a:avLst>
              <a:gd name="adj1" fmla="val -1333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ZoneTexte 14">
            <a:extLst>
              <a:ext uri="{FF2B5EF4-FFF2-40B4-BE49-F238E27FC236}">
                <a16:creationId xmlns:a16="http://schemas.microsoft.com/office/drawing/2014/main" id="{35D0D711-8A31-4A79-2671-D7D0D00DE927}"/>
              </a:ext>
            </a:extLst>
          </p:cNvPr>
          <p:cNvSpPr txBox="1"/>
          <p:nvPr/>
        </p:nvSpPr>
        <p:spPr>
          <a:xfrm>
            <a:off x="4339995" y="2557841"/>
            <a:ext cx="610070" cy="369332"/>
          </a:xfrm>
          <a:prstGeom prst="rect">
            <a:avLst/>
          </a:prstGeom>
          <a:solidFill>
            <a:schemeClr val="bg2">
              <a:alpha val="56121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1 1</a:t>
            </a:r>
            <a:endParaRPr lang="fr-FR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2FE2431A-4425-FCE8-6E75-560D35A67ED9}"/>
              </a:ext>
            </a:extLst>
          </p:cNvPr>
          <p:cNvSpPr txBox="1"/>
          <p:nvPr/>
        </p:nvSpPr>
        <p:spPr>
          <a:xfrm>
            <a:off x="5310706" y="2557841"/>
            <a:ext cx="617477" cy="369332"/>
          </a:xfrm>
          <a:prstGeom prst="rect">
            <a:avLst/>
          </a:prstGeom>
          <a:solidFill>
            <a:schemeClr val="bg1">
              <a:lumMod val="95000"/>
              <a:alpha val="71072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1  2</a:t>
            </a:r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DBFAC1AF-1AC1-7E65-564B-82D6654DB6B2}"/>
              </a:ext>
            </a:extLst>
          </p:cNvPr>
          <p:cNvSpPr txBox="1"/>
          <p:nvPr/>
        </p:nvSpPr>
        <p:spPr>
          <a:xfrm>
            <a:off x="6303968" y="2557841"/>
            <a:ext cx="617477" cy="369332"/>
          </a:xfrm>
          <a:prstGeom prst="rect">
            <a:avLst/>
          </a:prstGeom>
          <a:solidFill>
            <a:schemeClr val="bg1">
              <a:lumMod val="95000"/>
              <a:alpha val="70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1  3</a:t>
            </a:r>
            <a:endParaRPr lang="fr-FR" dirty="0"/>
          </a:p>
        </p:txBody>
      </p:sp>
      <p:cxnSp>
        <p:nvCxnSpPr>
          <p:cNvPr id="81" name="Connecteur en angle 24">
            <a:extLst>
              <a:ext uri="{FF2B5EF4-FFF2-40B4-BE49-F238E27FC236}">
                <a16:creationId xmlns:a16="http://schemas.microsoft.com/office/drawing/2014/main" id="{C3E7E33A-EAAD-8C70-FE78-085C1E634607}"/>
              </a:ext>
            </a:extLst>
          </p:cNvPr>
          <p:cNvCxnSpPr>
            <a:cxnSpLocks/>
            <a:stCxn id="5" idx="6"/>
            <a:endCxn id="54" idx="0"/>
          </p:cNvCxnSpPr>
          <p:nvPr/>
        </p:nvCxnSpPr>
        <p:spPr>
          <a:xfrm>
            <a:off x="3965477" y="3271798"/>
            <a:ext cx="1733927" cy="72238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eur en angle 24">
            <a:extLst>
              <a:ext uri="{FF2B5EF4-FFF2-40B4-BE49-F238E27FC236}">
                <a16:creationId xmlns:a16="http://schemas.microsoft.com/office/drawing/2014/main" id="{12E4FA22-DE1A-F03E-FD3D-235662299681}"/>
              </a:ext>
            </a:extLst>
          </p:cNvPr>
          <p:cNvCxnSpPr>
            <a:cxnSpLocks/>
            <a:stCxn id="5" idx="5"/>
            <a:endCxn id="52" idx="0"/>
          </p:cNvCxnSpPr>
          <p:nvPr/>
        </p:nvCxnSpPr>
        <p:spPr>
          <a:xfrm rot="16200000" flipH="1">
            <a:off x="3984581" y="3349584"/>
            <a:ext cx="589414" cy="764648"/>
          </a:xfrm>
          <a:prstGeom prst="bentConnector3">
            <a:avLst>
              <a:gd name="adj1" fmla="val 81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538E3529-8069-931A-2918-16DDF8200067}"/>
              </a:ext>
            </a:extLst>
          </p:cNvPr>
          <p:cNvSpPr txBox="1"/>
          <p:nvPr/>
        </p:nvSpPr>
        <p:spPr>
          <a:xfrm>
            <a:off x="4364648" y="3479327"/>
            <a:ext cx="585417" cy="369332"/>
          </a:xfrm>
          <a:prstGeom prst="rect">
            <a:avLst/>
          </a:prstGeom>
          <a:solidFill>
            <a:schemeClr val="bg1">
              <a:lumMod val="95000"/>
              <a:alpha val="69995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2 1</a:t>
            </a:r>
            <a:endParaRPr lang="fr-FR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0FE6558D-AD5F-040D-C2FF-81501DBCE41B}"/>
              </a:ext>
            </a:extLst>
          </p:cNvPr>
          <p:cNvSpPr txBox="1"/>
          <p:nvPr/>
        </p:nvSpPr>
        <p:spPr>
          <a:xfrm>
            <a:off x="5349236" y="3414776"/>
            <a:ext cx="617477" cy="369332"/>
          </a:xfrm>
          <a:prstGeom prst="rect">
            <a:avLst/>
          </a:prstGeom>
          <a:solidFill>
            <a:schemeClr val="bg1">
              <a:lumMod val="95000"/>
              <a:alpha val="69596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2  2</a:t>
            </a:r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327DF9C2-E56F-A455-3D6C-707CD8718295}"/>
              </a:ext>
            </a:extLst>
          </p:cNvPr>
          <p:cNvSpPr txBox="1"/>
          <p:nvPr/>
        </p:nvSpPr>
        <p:spPr>
          <a:xfrm>
            <a:off x="6340880" y="3397239"/>
            <a:ext cx="617477" cy="369332"/>
          </a:xfrm>
          <a:prstGeom prst="rect">
            <a:avLst/>
          </a:prstGeom>
          <a:solidFill>
            <a:schemeClr val="bg1">
              <a:lumMod val="95000"/>
              <a:alpha val="71012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2  3</a:t>
            </a:r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A3DB61-34CB-06DB-6755-BC10F0F1685A}"/>
              </a:ext>
            </a:extLst>
          </p:cNvPr>
          <p:cNvSpPr/>
          <p:nvPr/>
        </p:nvSpPr>
        <p:spPr>
          <a:xfrm rot="5400000">
            <a:off x="5175889" y="3280614"/>
            <a:ext cx="3002973" cy="7493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CAD147-9CAF-FE57-2B27-09706974D2B6}"/>
              </a:ext>
            </a:extLst>
          </p:cNvPr>
          <p:cNvSpPr/>
          <p:nvPr/>
        </p:nvSpPr>
        <p:spPr>
          <a:xfrm rot="5400000">
            <a:off x="4192253" y="3297443"/>
            <a:ext cx="3002974" cy="74938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FB9796-0583-CB9C-1EFA-167F88A7FC23}"/>
              </a:ext>
            </a:extLst>
          </p:cNvPr>
          <p:cNvSpPr/>
          <p:nvPr/>
        </p:nvSpPr>
        <p:spPr>
          <a:xfrm rot="5400000">
            <a:off x="3167011" y="3311293"/>
            <a:ext cx="3002974" cy="7493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4AB7B073-6858-14DE-BF95-FC9FA47EC3C9}"/>
              </a:ext>
            </a:extLst>
          </p:cNvPr>
          <p:cNvGrpSpPr/>
          <p:nvPr/>
        </p:nvGrpSpPr>
        <p:grpSpPr>
          <a:xfrm>
            <a:off x="4637902" y="4544064"/>
            <a:ext cx="335395" cy="1047670"/>
            <a:chOff x="4637902" y="4544064"/>
            <a:chExt cx="335395" cy="1047670"/>
          </a:xfrm>
        </p:grpSpPr>
        <p:cxnSp>
          <p:nvCxnSpPr>
            <p:cNvPr id="91" name="Connecteur droit avec flèche 90">
              <a:extLst>
                <a:ext uri="{FF2B5EF4-FFF2-40B4-BE49-F238E27FC236}">
                  <a16:creationId xmlns:a16="http://schemas.microsoft.com/office/drawing/2014/main" id="{8954D60D-B53F-4DEC-ECF3-EC87FD125A0E}"/>
                </a:ext>
              </a:extLst>
            </p:cNvPr>
            <p:cNvCxnSpPr>
              <a:cxnSpLocks/>
              <a:stCxn id="51" idx="2"/>
              <a:endCxn id="13" idx="2"/>
            </p:cNvCxnSpPr>
            <p:nvPr/>
          </p:nvCxnSpPr>
          <p:spPr>
            <a:xfrm flipH="1">
              <a:off x="4637902" y="4544064"/>
              <a:ext cx="18529" cy="50566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Forme libre 12">
              <a:extLst>
                <a:ext uri="{FF2B5EF4-FFF2-40B4-BE49-F238E27FC236}">
                  <a16:creationId xmlns:a16="http://schemas.microsoft.com/office/drawing/2014/main" id="{A8474AC5-494B-3901-A198-3446594B583A}"/>
                </a:ext>
              </a:extLst>
            </p:cNvPr>
            <p:cNvSpPr/>
            <p:nvPr/>
          </p:nvSpPr>
          <p:spPr>
            <a:xfrm rot="16557881" flipV="1">
              <a:off x="4558058" y="4745124"/>
              <a:ext cx="443103" cy="281376"/>
            </a:xfrm>
            <a:custGeom>
              <a:avLst/>
              <a:gdLst>
                <a:gd name="csX0" fmla="*/ 112238 w 920336"/>
                <a:gd name="csY0" fmla="*/ 0 h 497502"/>
                <a:gd name="csX1" fmla="*/ 920313 w 920336"/>
                <a:gd name="csY1" fmla="*/ 159488 h 497502"/>
                <a:gd name="csX2" fmla="*/ 90973 w 920336"/>
                <a:gd name="csY2" fmla="*/ 467832 h 497502"/>
                <a:gd name="csX3" fmla="*/ 59075 w 920336"/>
                <a:gd name="csY3" fmla="*/ 467832 h 4975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20336" h="497502">
                  <a:moveTo>
                    <a:pt x="112238" y="0"/>
                  </a:moveTo>
                  <a:cubicBezTo>
                    <a:pt x="518047" y="40758"/>
                    <a:pt x="923857" y="81516"/>
                    <a:pt x="920313" y="159488"/>
                  </a:cubicBezTo>
                  <a:cubicBezTo>
                    <a:pt x="916769" y="237460"/>
                    <a:pt x="234513" y="416441"/>
                    <a:pt x="90973" y="467832"/>
                  </a:cubicBezTo>
                  <a:cubicBezTo>
                    <a:pt x="-52567" y="519223"/>
                    <a:pt x="3254" y="493527"/>
                    <a:pt x="59075" y="467832"/>
                  </a:cubicBezTo>
                </a:path>
              </a:pathLst>
            </a:cu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4FAB9963-0637-2071-CB7B-1BC8EECFCA3C}"/>
                </a:ext>
              </a:extLst>
            </p:cNvPr>
            <p:cNvSpPr/>
            <p:nvPr/>
          </p:nvSpPr>
          <p:spPr>
            <a:xfrm>
              <a:off x="4814787" y="4735556"/>
              <a:ext cx="148856" cy="148856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9" name="Connecteur droit avec flèche 28">
              <a:extLst>
                <a:ext uri="{FF2B5EF4-FFF2-40B4-BE49-F238E27FC236}">
                  <a16:creationId xmlns:a16="http://schemas.microsoft.com/office/drawing/2014/main" id="{A36B294F-AD05-8FFC-1EA1-AFEBC04222B4}"/>
                </a:ext>
              </a:extLst>
            </p:cNvPr>
            <p:cNvCxnSpPr>
              <a:cxnSpLocks/>
              <a:stCxn id="27" idx="6"/>
              <a:endCxn id="6" idx="0"/>
            </p:cNvCxnSpPr>
            <p:nvPr/>
          </p:nvCxnSpPr>
          <p:spPr>
            <a:xfrm>
              <a:off x="4963643" y="4809984"/>
              <a:ext cx="9654" cy="78175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835DC64B-CDA4-6C13-D08E-E46FD8C69BC1}"/>
              </a:ext>
            </a:extLst>
          </p:cNvPr>
          <p:cNvGrpSpPr/>
          <p:nvPr/>
        </p:nvGrpSpPr>
        <p:grpSpPr>
          <a:xfrm>
            <a:off x="5675040" y="4525890"/>
            <a:ext cx="335395" cy="1047670"/>
            <a:chOff x="4637902" y="4544064"/>
            <a:chExt cx="335395" cy="1047670"/>
          </a:xfrm>
        </p:grpSpPr>
        <p:cxnSp>
          <p:nvCxnSpPr>
            <p:cNvPr id="39" name="Connecteur droit avec flèche 38">
              <a:extLst>
                <a:ext uri="{FF2B5EF4-FFF2-40B4-BE49-F238E27FC236}">
                  <a16:creationId xmlns:a16="http://schemas.microsoft.com/office/drawing/2014/main" id="{86CDFB1F-A7D7-CE60-B656-66C3426B83BB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flipH="1">
              <a:off x="4637902" y="4544064"/>
              <a:ext cx="18529" cy="50566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Forme libre 39">
              <a:extLst>
                <a:ext uri="{FF2B5EF4-FFF2-40B4-BE49-F238E27FC236}">
                  <a16:creationId xmlns:a16="http://schemas.microsoft.com/office/drawing/2014/main" id="{BAA56D60-0193-E335-D67C-507A885C52C8}"/>
                </a:ext>
              </a:extLst>
            </p:cNvPr>
            <p:cNvSpPr/>
            <p:nvPr/>
          </p:nvSpPr>
          <p:spPr>
            <a:xfrm rot="16557881" flipV="1">
              <a:off x="4558058" y="4745124"/>
              <a:ext cx="443103" cy="281376"/>
            </a:xfrm>
            <a:custGeom>
              <a:avLst/>
              <a:gdLst>
                <a:gd name="csX0" fmla="*/ 112238 w 920336"/>
                <a:gd name="csY0" fmla="*/ 0 h 497502"/>
                <a:gd name="csX1" fmla="*/ 920313 w 920336"/>
                <a:gd name="csY1" fmla="*/ 159488 h 497502"/>
                <a:gd name="csX2" fmla="*/ 90973 w 920336"/>
                <a:gd name="csY2" fmla="*/ 467832 h 497502"/>
                <a:gd name="csX3" fmla="*/ 59075 w 920336"/>
                <a:gd name="csY3" fmla="*/ 467832 h 4975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20336" h="497502">
                  <a:moveTo>
                    <a:pt x="112238" y="0"/>
                  </a:moveTo>
                  <a:cubicBezTo>
                    <a:pt x="518047" y="40758"/>
                    <a:pt x="923857" y="81516"/>
                    <a:pt x="920313" y="159488"/>
                  </a:cubicBezTo>
                  <a:cubicBezTo>
                    <a:pt x="916769" y="237460"/>
                    <a:pt x="234513" y="416441"/>
                    <a:pt x="90973" y="467832"/>
                  </a:cubicBezTo>
                  <a:cubicBezTo>
                    <a:pt x="-52567" y="519223"/>
                    <a:pt x="3254" y="493527"/>
                    <a:pt x="59075" y="467832"/>
                  </a:cubicBezTo>
                </a:path>
              </a:pathLst>
            </a:cu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DE271112-6A7B-566B-197B-8ACAD589205B}"/>
                </a:ext>
              </a:extLst>
            </p:cNvPr>
            <p:cNvSpPr/>
            <p:nvPr/>
          </p:nvSpPr>
          <p:spPr>
            <a:xfrm>
              <a:off x="4814787" y="4735556"/>
              <a:ext cx="148856" cy="148856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4" name="Connecteur droit avec flèche 43">
              <a:extLst>
                <a:ext uri="{FF2B5EF4-FFF2-40B4-BE49-F238E27FC236}">
                  <a16:creationId xmlns:a16="http://schemas.microsoft.com/office/drawing/2014/main" id="{1EFEB250-C9A5-5B5C-A3FD-2C90AB7DA3E0}"/>
                </a:ext>
              </a:extLst>
            </p:cNvPr>
            <p:cNvCxnSpPr>
              <a:cxnSpLocks/>
              <a:stCxn id="42" idx="6"/>
            </p:cNvCxnSpPr>
            <p:nvPr/>
          </p:nvCxnSpPr>
          <p:spPr>
            <a:xfrm>
              <a:off x="4963643" y="4809984"/>
              <a:ext cx="9654" cy="78175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78D13A88-F75C-4807-9A4E-85953CAC9073}"/>
              </a:ext>
            </a:extLst>
          </p:cNvPr>
          <p:cNvGrpSpPr/>
          <p:nvPr/>
        </p:nvGrpSpPr>
        <p:grpSpPr>
          <a:xfrm>
            <a:off x="6653676" y="4518239"/>
            <a:ext cx="335395" cy="1047670"/>
            <a:chOff x="4637902" y="4544064"/>
            <a:chExt cx="335395" cy="1047670"/>
          </a:xfrm>
        </p:grpSpPr>
        <p:cxnSp>
          <p:nvCxnSpPr>
            <p:cNvPr id="56" name="Connecteur droit avec flèche 55">
              <a:extLst>
                <a:ext uri="{FF2B5EF4-FFF2-40B4-BE49-F238E27FC236}">
                  <a16:creationId xmlns:a16="http://schemas.microsoft.com/office/drawing/2014/main" id="{9D18386D-2E2E-2F0B-4E8B-653FF52081AB}"/>
                </a:ext>
              </a:extLst>
            </p:cNvPr>
            <p:cNvCxnSpPr>
              <a:cxnSpLocks/>
              <a:endCxn id="57" idx="2"/>
            </p:cNvCxnSpPr>
            <p:nvPr/>
          </p:nvCxnSpPr>
          <p:spPr>
            <a:xfrm flipH="1">
              <a:off x="4637902" y="4544064"/>
              <a:ext cx="18529" cy="50566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Forme libre 56">
              <a:extLst>
                <a:ext uri="{FF2B5EF4-FFF2-40B4-BE49-F238E27FC236}">
                  <a16:creationId xmlns:a16="http://schemas.microsoft.com/office/drawing/2014/main" id="{63E150EE-2987-42CC-3F1E-B92726FCD950}"/>
                </a:ext>
              </a:extLst>
            </p:cNvPr>
            <p:cNvSpPr/>
            <p:nvPr/>
          </p:nvSpPr>
          <p:spPr>
            <a:xfrm rot="16557881" flipV="1">
              <a:off x="4558058" y="4745124"/>
              <a:ext cx="443103" cy="281376"/>
            </a:xfrm>
            <a:custGeom>
              <a:avLst/>
              <a:gdLst>
                <a:gd name="csX0" fmla="*/ 112238 w 920336"/>
                <a:gd name="csY0" fmla="*/ 0 h 497502"/>
                <a:gd name="csX1" fmla="*/ 920313 w 920336"/>
                <a:gd name="csY1" fmla="*/ 159488 h 497502"/>
                <a:gd name="csX2" fmla="*/ 90973 w 920336"/>
                <a:gd name="csY2" fmla="*/ 467832 h 497502"/>
                <a:gd name="csX3" fmla="*/ 59075 w 920336"/>
                <a:gd name="csY3" fmla="*/ 467832 h 4975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20336" h="497502">
                  <a:moveTo>
                    <a:pt x="112238" y="0"/>
                  </a:moveTo>
                  <a:cubicBezTo>
                    <a:pt x="518047" y="40758"/>
                    <a:pt x="923857" y="81516"/>
                    <a:pt x="920313" y="159488"/>
                  </a:cubicBezTo>
                  <a:cubicBezTo>
                    <a:pt x="916769" y="237460"/>
                    <a:pt x="234513" y="416441"/>
                    <a:pt x="90973" y="467832"/>
                  </a:cubicBezTo>
                  <a:cubicBezTo>
                    <a:pt x="-52567" y="519223"/>
                    <a:pt x="3254" y="493527"/>
                    <a:pt x="59075" y="467832"/>
                  </a:cubicBezTo>
                </a:path>
              </a:pathLst>
            </a:cu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58" name="Ellipse 57">
              <a:extLst>
                <a:ext uri="{FF2B5EF4-FFF2-40B4-BE49-F238E27FC236}">
                  <a16:creationId xmlns:a16="http://schemas.microsoft.com/office/drawing/2014/main" id="{F2ACC5CD-BA94-E920-AD61-AE287C17A807}"/>
                </a:ext>
              </a:extLst>
            </p:cNvPr>
            <p:cNvSpPr/>
            <p:nvPr/>
          </p:nvSpPr>
          <p:spPr>
            <a:xfrm>
              <a:off x="4814787" y="4735556"/>
              <a:ext cx="148856" cy="148856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9" name="Connecteur droit avec flèche 58">
              <a:extLst>
                <a:ext uri="{FF2B5EF4-FFF2-40B4-BE49-F238E27FC236}">
                  <a16:creationId xmlns:a16="http://schemas.microsoft.com/office/drawing/2014/main" id="{B7EA82DC-662B-B502-7AA5-4C06323490E0}"/>
                </a:ext>
              </a:extLst>
            </p:cNvPr>
            <p:cNvCxnSpPr>
              <a:cxnSpLocks/>
              <a:stCxn id="58" idx="6"/>
            </p:cNvCxnSpPr>
            <p:nvPr/>
          </p:nvCxnSpPr>
          <p:spPr>
            <a:xfrm>
              <a:off x="4963643" y="4809984"/>
              <a:ext cx="9654" cy="78175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ZoneTexte 61">
            <a:extLst>
              <a:ext uri="{FF2B5EF4-FFF2-40B4-BE49-F238E27FC236}">
                <a16:creationId xmlns:a16="http://schemas.microsoft.com/office/drawing/2014/main" id="{AC43A63D-0C25-DAB6-3C0E-8A16D0D3B64C}"/>
              </a:ext>
            </a:extLst>
          </p:cNvPr>
          <p:cNvSpPr txBox="1"/>
          <p:nvPr/>
        </p:nvSpPr>
        <p:spPr>
          <a:xfrm>
            <a:off x="4358240" y="4617465"/>
            <a:ext cx="341760" cy="276999"/>
          </a:xfrm>
          <a:prstGeom prst="rect">
            <a:avLst/>
          </a:prstGeom>
          <a:solidFill>
            <a:schemeClr val="bg1">
              <a:lumMod val="95000"/>
              <a:alpha val="69995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1200" dirty="0"/>
              <a:t>s1</a:t>
            </a:r>
            <a:endParaRPr lang="fr-FR" dirty="0"/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3EFA1CC4-0790-F08E-EB84-5960585E48B1}"/>
              </a:ext>
            </a:extLst>
          </p:cNvPr>
          <p:cNvSpPr txBox="1"/>
          <p:nvPr/>
        </p:nvSpPr>
        <p:spPr>
          <a:xfrm>
            <a:off x="5376790" y="4597056"/>
            <a:ext cx="341760" cy="276999"/>
          </a:xfrm>
          <a:prstGeom prst="rect">
            <a:avLst/>
          </a:prstGeom>
          <a:solidFill>
            <a:schemeClr val="bg1">
              <a:lumMod val="95000"/>
              <a:alpha val="69995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1200" dirty="0"/>
              <a:t>s2</a:t>
            </a:r>
            <a:endParaRPr lang="fr-FR" dirty="0"/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26437324-82E0-9DC3-7A4C-F34433641102}"/>
              </a:ext>
            </a:extLst>
          </p:cNvPr>
          <p:cNvSpPr txBox="1"/>
          <p:nvPr/>
        </p:nvSpPr>
        <p:spPr>
          <a:xfrm>
            <a:off x="6345674" y="4597055"/>
            <a:ext cx="341760" cy="276999"/>
          </a:xfrm>
          <a:prstGeom prst="rect">
            <a:avLst/>
          </a:prstGeom>
          <a:solidFill>
            <a:schemeClr val="bg1">
              <a:lumMod val="95000"/>
              <a:alpha val="69995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1200" dirty="0"/>
              <a:t>s3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82523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21D36E-D723-6020-4C08-CF6507922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65F5B00E-5CC0-1E6E-67AC-7AE590B137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270" y="801976"/>
            <a:ext cx="5429460" cy="5254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4477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9709716-A6C0-9D4C-E60A-F1C8C940C7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232" y="571188"/>
            <a:ext cx="3556000" cy="3467100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00F565E3-3AB9-EAC3-0864-A1AEE9B66E32}"/>
              </a:ext>
            </a:extLst>
          </p:cNvPr>
          <p:cNvSpPr txBox="1"/>
          <p:nvPr/>
        </p:nvSpPr>
        <p:spPr>
          <a:xfrm>
            <a:off x="443518" y="4409105"/>
            <a:ext cx="47489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https://</a:t>
            </a:r>
            <a:r>
              <a:rPr lang="fr-FR" dirty="0" err="1"/>
              <a:t>www.youtube.com</a:t>
            </a:r>
            <a:r>
              <a:rPr lang="fr-FR" dirty="0"/>
              <a:t>/shorts/</a:t>
            </a:r>
            <a:r>
              <a:rPr lang="fr-FR" dirty="0" err="1"/>
              <a:t>HdiKxlBJLbE</a:t>
            </a:r>
            <a:endParaRPr lang="fr-FR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EB0F75B3-FD40-913A-1FED-C0BF03B4D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3200" y="571188"/>
            <a:ext cx="6908800" cy="577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01529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1479</TotalTime>
  <Words>99</Words>
  <Application>Microsoft Macintosh PowerPoint</Application>
  <PresentationFormat>Grand écran</PresentationFormat>
  <Paragraphs>63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  <vt:lpstr>IMG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LAURENT Pierre</dc:creator>
  <cp:lastModifiedBy>LAURENT Pierre</cp:lastModifiedBy>
  <cp:revision>6</cp:revision>
  <dcterms:created xsi:type="dcterms:W3CDTF">2026-10-19T19:16:11Z</dcterms:created>
  <dcterms:modified xsi:type="dcterms:W3CDTF">2026-10-27T09:13:08Z</dcterms:modified>
</cp:coreProperties>
</file>